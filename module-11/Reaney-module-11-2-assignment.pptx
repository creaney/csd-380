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7" r:id="rId2"/>
    <p:sldId id="266" r:id="rId3"/>
    <p:sldId id="26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1F37DC-5A44-432C-B788-31861B7DB033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870181-2913-441E-B49A-64BB778B77D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Use Role-Based Access Control (RBAC) to restrict access</a:t>
          </a:r>
        </a:p>
      </dgm:t>
    </dgm:pt>
    <dgm:pt modelId="{082AD056-834E-43AF-951E-4788D968BE38}" type="parTrans" cxnId="{4A611DDC-3099-49B2-8D0E-8291E8AB00A6}">
      <dgm:prSet/>
      <dgm:spPr/>
      <dgm:t>
        <a:bodyPr/>
        <a:lstStyle/>
        <a:p>
          <a:endParaRPr lang="en-US"/>
        </a:p>
      </dgm:t>
    </dgm:pt>
    <dgm:pt modelId="{AAEB7C80-5027-42CB-BAE3-D2784AA9DC92}" type="sibTrans" cxnId="{4A611DDC-3099-49B2-8D0E-8291E8AB00A6}">
      <dgm:prSet/>
      <dgm:spPr/>
      <dgm:t>
        <a:bodyPr/>
        <a:lstStyle/>
        <a:p>
          <a:endParaRPr lang="en-US"/>
        </a:p>
      </dgm:t>
    </dgm:pt>
    <dgm:pt modelId="{E3F731A0-3DAB-42E4-8BC5-2E9CFA2E67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“RBAC restricts repository access based on user roles, ensuring only authorized personnel can modify or view sensitive code” (Harness, 2025)</a:t>
          </a:r>
        </a:p>
      </dgm:t>
    </dgm:pt>
    <dgm:pt modelId="{80B8107C-9438-48F2-BD33-504416421F37}" type="parTrans" cxnId="{0008AAA3-631A-49A4-BA5D-E73C4CCE3D6B}">
      <dgm:prSet/>
      <dgm:spPr/>
      <dgm:t>
        <a:bodyPr/>
        <a:lstStyle/>
        <a:p>
          <a:endParaRPr lang="en-US"/>
        </a:p>
      </dgm:t>
    </dgm:pt>
    <dgm:pt modelId="{73C6CA7C-B232-4C28-AE65-D7F24897D51C}" type="sibTrans" cxnId="{0008AAA3-631A-49A4-BA5D-E73C4CCE3D6B}">
      <dgm:prSet/>
      <dgm:spPr/>
      <dgm:t>
        <a:bodyPr/>
        <a:lstStyle/>
        <a:p>
          <a:endParaRPr lang="en-US"/>
        </a:p>
      </dgm:t>
    </dgm:pt>
    <dgm:pt modelId="{863BC4B8-0A68-4C71-9632-142043F2C6E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Require Multi-Factor Authentication (MFA) for all users</a:t>
          </a:r>
        </a:p>
      </dgm:t>
    </dgm:pt>
    <dgm:pt modelId="{F2D9BEF2-8EFF-4451-9DA3-A6C06CD6364B}" type="parTrans" cxnId="{0B3E94B7-8F96-4F59-91E8-3F8162A1BE46}">
      <dgm:prSet/>
      <dgm:spPr/>
      <dgm:t>
        <a:bodyPr/>
        <a:lstStyle/>
        <a:p>
          <a:endParaRPr lang="en-US"/>
        </a:p>
      </dgm:t>
    </dgm:pt>
    <dgm:pt modelId="{8285979A-1971-463D-8DC8-DC126A76C712}" type="sibTrans" cxnId="{0B3E94B7-8F96-4F59-91E8-3F8162A1BE46}">
      <dgm:prSet/>
      <dgm:spPr/>
      <dgm:t>
        <a:bodyPr/>
        <a:lstStyle/>
        <a:p>
          <a:endParaRPr lang="en-US"/>
        </a:p>
      </dgm:t>
    </dgm:pt>
    <dgm:pt modelId="{9E94EE1F-CFEA-4D3D-A1A6-C0B6C810D14F}" type="pres">
      <dgm:prSet presAssocID="{5C1F37DC-5A44-432C-B788-31861B7DB033}" presName="root" presStyleCnt="0">
        <dgm:presLayoutVars>
          <dgm:dir/>
          <dgm:resizeHandles val="exact"/>
        </dgm:presLayoutVars>
      </dgm:prSet>
      <dgm:spPr/>
    </dgm:pt>
    <dgm:pt modelId="{0D6102DC-EC6B-44BB-B3A7-736DEC724E94}" type="pres">
      <dgm:prSet presAssocID="{4A870181-2913-441E-B49A-64BB778B77DA}" presName="compNode" presStyleCnt="0"/>
      <dgm:spPr/>
    </dgm:pt>
    <dgm:pt modelId="{6C910320-0E56-4FBB-9C24-8FC6E0AD3D55}" type="pres">
      <dgm:prSet presAssocID="{4A870181-2913-441E-B49A-64BB778B77D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952E9EC-6ECC-43A0-9D2B-169FB3AB16D0}" type="pres">
      <dgm:prSet presAssocID="{4A870181-2913-441E-B49A-64BB778B77DA}" presName="iconSpace" presStyleCnt="0"/>
      <dgm:spPr/>
    </dgm:pt>
    <dgm:pt modelId="{7A2E6D51-AA72-4394-91D1-D413C8F97FDC}" type="pres">
      <dgm:prSet presAssocID="{4A870181-2913-441E-B49A-64BB778B77DA}" presName="parTx" presStyleLbl="revTx" presStyleIdx="0" presStyleCnt="4">
        <dgm:presLayoutVars>
          <dgm:chMax val="0"/>
          <dgm:chPref val="0"/>
        </dgm:presLayoutVars>
      </dgm:prSet>
      <dgm:spPr/>
    </dgm:pt>
    <dgm:pt modelId="{560E06D5-B752-4E92-9EDA-A803D8724602}" type="pres">
      <dgm:prSet presAssocID="{4A870181-2913-441E-B49A-64BB778B77DA}" presName="txSpace" presStyleCnt="0"/>
      <dgm:spPr/>
    </dgm:pt>
    <dgm:pt modelId="{968E6B5E-BAF5-48A3-99F6-213ADAEE17AA}" type="pres">
      <dgm:prSet presAssocID="{4A870181-2913-441E-B49A-64BB778B77DA}" presName="desTx" presStyleLbl="revTx" presStyleIdx="1" presStyleCnt="4">
        <dgm:presLayoutVars/>
      </dgm:prSet>
      <dgm:spPr/>
    </dgm:pt>
    <dgm:pt modelId="{6D799D3C-B384-4E90-B0EF-668E2E98BDA5}" type="pres">
      <dgm:prSet presAssocID="{AAEB7C80-5027-42CB-BAE3-D2784AA9DC92}" presName="sibTrans" presStyleCnt="0"/>
      <dgm:spPr/>
    </dgm:pt>
    <dgm:pt modelId="{A52CA19C-68FC-4C94-B689-7D96B098A6BB}" type="pres">
      <dgm:prSet presAssocID="{863BC4B8-0A68-4C71-9632-142043F2C6E8}" presName="compNode" presStyleCnt="0"/>
      <dgm:spPr/>
    </dgm:pt>
    <dgm:pt modelId="{7A08FE44-B923-4625-A4ED-794A333A420C}" type="pres">
      <dgm:prSet presAssocID="{863BC4B8-0A68-4C71-9632-142043F2C6E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B55EB923-1C13-4D11-830C-5B3A2C08EDF0}" type="pres">
      <dgm:prSet presAssocID="{863BC4B8-0A68-4C71-9632-142043F2C6E8}" presName="iconSpace" presStyleCnt="0"/>
      <dgm:spPr/>
    </dgm:pt>
    <dgm:pt modelId="{B1C79A57-6C16-46BF-AF5E-244E704FB960}" type="pres">
      <dgm:prSet presAssocID="{863BC4B8-0A68-4C71-9632-142043F2C6E8}" presName="parTx" presStyleLbl="revTx" presStyleIdx="2" presStyleCnt="4">
        <dgm:presLayoutVars>
          <dgm:chMax val="0"/>
          <dgm:chPref val="0"/>
        </dgm:presLayoutVars>
      </dgm:prSet>
      <dgm:spPr/>
    </dgm:pt>
    <dgm:pt modelId="{502E856D-2090-4928-BCC7-0E91133B0739}" type="pres">
      <dgm:prSet presAssocID="{863BC4B8-0A68-4C71-9632-142043F2C6E8}" presName="txSpace" presStyleCnt="0"/>
      <dgm:spPr/>
    </dgm:pt>
    <dgm:pt modelId="{63BE86E3-4F31-447E-9303-555A72DFB059}" type="pres">
      <dgm:prSet presAssocID="{863BC4B8-0A68-4C71-9632-142043F2C6E8}" presName="desTx" presStyleLbl="revTx" presStyleIdx="3" presStyleCnt="4">
        <dgm:presLayoutVars/>
      </dgm:prSet>
      <dgm:spPr/>
    </dgm:pt>
  </dgm:ptLst>
  <dgm:cxnLst>
    <dgm:cxn modelId="{8E6CF309-6F62-40EF-B0CC-A3DDCCA549CC}" type="presOf" srcId="{E3F731A0-3DAB-42E4-8BC5-2E9CFA2E67C4}" destId="{968E6B5E-BAF5-48A3-99F6-213ADAEE17AA}" srcOrd="0" destOrd="0" presId="urn:microsoft.com/office/officeart/2018/2/layout/IconLabelDescriptionList"/>
    <dgm:cxn modelId="{0008AAA3-631A-49A4-BA5D-E73C4CCE3D6B}" srcId="{4A870181-2913-441E-B49A-64BB778B77DA}" destId="{E3F731A0-3DAB-42E4-8BC5-2E9CFA2E67C4}" srcOrd="0" destOrd="0" parTransId="{80B8107C-9438-48F2-BD33-504416421F37}" sibTransId="{73C6CA7C-B232-4C28-AE65-D7F24897D51C}"/>
    <dgm:cxn modelId="{0B3E94B7-8F96-4F59-91E8-3F8162A1BE46}" srcId="{5C1F37DC-5A44-432C-B788-31861B7DB033}" destId="{863BC4B8-0A68-4C71-9632-142043F2C6E8}" srcOrd="1" destOrd="0" parTransId="{F2D9BEF2-8EFF-4451-9DA3-A6C06CD6364B}" sibTransId="{8285979A-1971-463D-8DC8-DC126A76C712}"/>
    <dgm:cxn modelId="{FF14A7D7-D2E9-4A85-8A1C-354B2CD4DAD1}" type="presOf" srcId="{5C1F37DC-5A44-432C-B788-31861B7DB033}" destId="{9E94EE1F-CFEA-4D3D-A1A6-C0B6C810D14F}" srcOrd="0" destOrd="0" presId="urn:microsoft.com/office/officeart/2018/2/layout/IconLabelDescriptionList"/>
    <dgm:cxn modelId="{4A611DDC-3099-49B2-8D0E-8291E8AB00A6}" srcId="{5C1F37DC-5A44-432C-B788-31861B7DB033}" destId="{4A870181-2913-441E-B49A-64BB778B77DA}" srcOrd="0" destOrd="0" parTransId="{082AD056-834E-43AF-951E-4788D968BE38}" sibTransId="{AAEB7C80-5027-42CB-BAE3-D2784AA9DC92}"/>
    <dgm:cxn modelId="{098F8CEE-AE88-4403-B2D1-BBA9968446B8}" type="presOf" srcId="{863BC4B8-0A68-4C71-9632-142043F2C6E8}" destId="{B1C79A57-6C16-46BF-AF5E-244E704FB960}" srcOrd="0" destOrd="0" presId="urn:microsoft.com/office/officeart/2018/2/layout/IconLabelDescriptionList"/>
    <dgm:cxn modelId="{74C32EF1-8EFC-435A-8142-9E29AB5147A6}" type="presOf" srcId="{4A870181-2913-441E-B49A-64BB778B77DA}" destId="{7A2E6D51-AA72-4394-91D1-D413C8F97FDC}" srcOrd="0" destOrd="0" presId="urn:microsoft.com/office/officeart/2018/2/layout/IconLabelDescriptionList"/>
    <dgm:cxn modelId="{5C2DB297-FC36-4546-B057-F6ECF842BA0C}" type="presParOf" srcId="{9E94EE1F-CFEA-4D3D-A1A6-C0B6C810D14F}" destId="{0D6102DC-EC6B-44BB-B3A7-736DEC724E94}" srcOrd="0" destOrd="0" presId="urn:microsoft.com/office/officeart/2018/2/layout/IconLabelDescriptionList"/>
    <dgm:cxn modelId="{FC2A98AD-E95F-414F-AF1A-937647B74170}" type="presParOf" srcId="{0D6102DC-EC6B-44BB-B3A7-736DEC724E94}" destId="{6C910320-0E56-4FBB-9C24-8FC6E0AD3D55}" srcOrd="0" destOrd="0" presId="urn:microsoft.com/office/officeart/2018/2/layout/IconLabelDescriptionList"/>
    <dgm:cxn modelId="{4930A112-E272-4C16-AC7E-E3757E1A7169}" type="presParOf" srcId="{0D6102DC-EC6B-44BB-B3A7-736DEC724E94}" destId="{3952E9EC-6ECC-43A0-9D2B-169FB3AB16D0}" srcOrd="1" destOrd="0" presId="urn:microsoft.com/office/officeart/2018/2/layout/IconLabelDescriptionList"/>
    <dgm:cxn modelId="{5011B9A4-9881-4E27-A384-560E708DB7E0}" type="presParOf" srcId="{0D6102DC-EC6B-44BB-B3A7-736DEC724E94}" destId="{7A2E6D51-AA72-4394-91D1-D413C8F97FDC}" srcOrd="2" destOrd="0" presId="urn:microsoft.com/office/officeart/2018/2/layout/IconLabelDescriptionList"/>
    <dgm:cxn modelId="{0213D249-DB9C-4EA0-8AF8-65A85C19C750}" type="presParOf" srcId="{0D6102DC-EC6B-44BB-B3A7-736DEC724E94}" destId="{560E06D5-B752-4E92-9EDA-A803D8724602}" srcOrd="3" destOrd="0" presId="urn:microsoft.com/office/officeart/2018/2/layout/IconLabelDescriptionList"/>
    <dgm:cxn modelId="{E3F568FF-2010-4152-815B-64394A06958C}" type="presParOf" srcId="{0D6102DC-EC6B-44BB-B3A7-736DEC724E94}" destId="{968E6B5E-BAF5-48A3-99F6-213ADAEE17AA}" srcOrd="4" destOrd="0" presId="urn:microsoft.com/office/officeart/2018/2/layout/IconLabelDescriptionList"/>
    <dgm:cxn modelId="{D6C378F9-AB45-4FB3-A4D9-0BFB3CE29739}" type="presParOf" srcId="{9E94EE1F-CFEA-4D3D-A1A6-C0B6C810D14F}" destId="{6D799D3C-B384-4E90-B0EF-668E2E98BDA5}" srcOrd="1" destOrd="0" presId="urn:microsoft.com/office/officeart/2018/2/layout/IconLabelDescriptionList"/>
    <dgm:cxn modelId="{180131E9-F873-492F-B8D9-9328AF4A0884}" type="presParOf" srcId="{9E94EE1F-CFEA-4D3D-A1A6-C0B6C810D14F}" destId="{A52CA19C-68FC-4C94-B689-7D96B098A6BB}" srcOrd="2" destOrd="0" presId="urn:microsoft.com/office/officeart/2018/2/layout/IconLabelDescriptionList"/>
    <dgm:cxn modelId="{CE614066-7A36-4A67-B9C2-2C1F8633A57B}" type="presParOf" srcId="{A52CA19C-68FC-4C94-B689-7D96B098A6BB}" destId="{7A08FE44-B923-4625-A4ED-794A333A420C}" srcOrd="0" destOrd="0" presId="urn:microsoft.com/office/officeart/2018/2/layout/IconLabelDescriptionList"/>
    <dgm:cxn modelId="{4908E28C-7F8E-4C5A-8124-8989B4D105E3}" type="presParOf" srcId="{A52CA19C-68FC-4C94-B689-7D96B098A6BB}" destId="{B55EB923-1C13-4D11-830C-5B3A2C08EDF0}" srcOrd="1" destOrd="0" presId="urn:microsoft.com/office/officeart/2018/2/layout/IconLabelDescriptionList"/>
    <dgm:cxn modelId="{D098170B-1320-480D-8BF2-47509CB45C29}" type="presParOf" srcId="{A52CA19C-68FC-4C94-B689-7D96B098A6BB}" destId="{B1C79A57-6C16-46BF-AF5E-244E704FB960}" srcOrd="2" destOrd="0" presId="urn:microsoft.com/office/officeart/2018/2/layout/IconLabelDescriptionList"/>
    <dgm:cxn modelId="{7F290840-3B67-48EC-B542-04CC529C7894}" type="presParOf" srcId="{A52CA19C-68FC-4C94-B689-7D96B098A6BB}" destId="{502E856D-2090-4928-BCC7-0E91133B0739}" srcOrd="3" destOrd="0" presId="urn:microsoft.com/office/officeart/2018/2/layout/IconLabelDescriptionList"/>
    <dgm:cxn modelId="{E009025F-A1E4-4D2C-819F-BF769765945F}" type="presParOf" srcId="{A52CA19C-68FC-4C94-B689-7D96B098A6BB}" destId="{63BE86E3-4F31-447E-9303-555A72DFB05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746B14-7E08-4090-A664-1A9A3873C29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7CEA127-58B5-4574-A335-F07F9F8DD8DF}">
      <dgm:prSet/>
      <dgm:spPr/>
      <dgm:t>
        <a:bodyPr/>
        <a:lstStyle/>
        <a:p>
          <a:pPr>
            <a:defRPr cap="all"/>
          </a:pPr>
          <a:r>
            <a:rPr lang="en-US"/>
            <a:t>Run SAST tools like SonarQube to catch bugs early</a:t>
          </a:r>
        </a:p>
      </dgm:t>
    </dgm:pt>
    <dgm:pt modelId="{A25BCBFD-8CDD-4B34-8CAA-9EA06FE91038}" type="parTrans" cxnId="{B4E2E26A-EA60-4835-AEC9-26E1A0B1C43B}">
      <dgm:prSet/>
      <dgm:spPr/>
      <dgm:t>
        <a:bodyPr/>
        <a:lstStyle/>
        <a:p>
          <a:endParaRPr lang="en-US"/>
        </a:p>
      </dgm:t>
    </dgm:pt>
    <dgm:pt modelId="{1CC59EB9-CAC7-479D-A9E6-75D30DD29C29}" type="sibTrans" cxnId="{B4E2E26A-EA60-4835-AEC9-26E1A0B1C43B}">
      <dgm:prSet/>
      <dgm:spPr/>
      <dgm:t>
        <a:bodyPr/>
        <a:lstStyle/>
        <a:p>
          <a:endParaRPr lang="en-US"/>
        </a:p>
      </dgm:t>
    </dgm:pt>
    <dgm:pt modelId="{1E939767-3288-4544-B43B-B7FEAACFAD50}">
      <dgm:prSet/>
      <dgm:spPr/>
      <dgm:t>
        <a:bodyPr/>
        <a:lstStyle/>
        <a:p>
          <a:pPr>
            <a:defRPr cap="all"/>
          </a:pPr>
          <a:r>
            <a:rPr lang="en-US"/>
            <a:t>Use SCA tools to monitor open-source dependencies</a:t>
          </a:r>
        </a:p>
      </dgm:t>
    </dgm:pt>
    <dgm:pt modelId="{F7DF698F-FD2A-451F-95D2-6A3F1EB74DBA}" type="parTrans" cxnId="{4DF6D9BA-3009-4787-96CD-F086CA2CF87F}">
      <dgm:prSet/>
      <dgm:spPr/>
      <dgm:t>
        <a:bodyPr/>
        <a:lstStyle/>
        <a:p>
          <a:endParaRPr lang="en-US"/>
        </a:p>
      </dgm:t>
    </dgm:pt>
    <dgm:pt modelId="{EA1A7A99-DC29-49B6-AC12-07D613D032F6}" type="sibTrans" cxnId="{4DF6D9BA-3009-4787-96CD-F086CA2CF87F}">
      <dgm:prSet/>
      <dgm:spPr/>
      <dgm:t>
        <a:bodyPr/>
        <a:lstStyle/>
        <a:p>
          <a:endParaRPr lang="en-US"/>
        </a:p>
      </dgm:t>
    </dgm:pt>
    <dgm:pt modelId="{3821A445-DBBF-4180-AEDD-5C3E6B13B90E}">
      <dgm:prSet/>
      <dgm:spPr/>
      <dgm:t>
        <a:bodyPr/>
        <a:lstStyle/>
        <a:p>
          <a:pPr>
            <a:defRPr cap="all"/>
          </a:pPr>
          <a:r>
            <a:rPr lang="en-US" i="0" dirty="0"/>
            <a:t>“Enforce code signing for commits to ensure code integrity and authenticity” (</a:t>
          </a:r>
          <a:r>
            <a:rPr lang="en-US" i="0" dirty="0" err="1"/>
            <a:t>Snyk</a:t>
          </a:r>
          <a:r>
            <a:rPr lang="en-US" i="0" dirty="0"/>
            <a:t>, n.d.)</a:t>
          </a:r>
        </a:p>
      </dgm:t>
    </dgm:pt>
    <dgm:pt modelId="{76DB117C-73A0-4EAE-B12E-B50622A08FE9}" type="parTrans" cxnId="{0790E16E-4CD5-4A00-8423-A5D689A45141}">
      <dgm:prSet/>
      <dgm:spPr/>
      <dgm:t>
        <a:bodyPr/>
        <a:lstStyle/>
        <a:p>
          <a:endParaRPr lang="en-US"/>
        </a:p>
      </dgm:t>
    </dgm:pt>
    <dgm:pt modelId="{CFB7759D-03A8-4F93-8D8D-7A595F7D67F1}" type="sibTrans" cxnId="{0790E16E-4CD5-4A00-8423-A5D689A45141}">
      <dgm:prSet/>
      <dgm:spPr/>
      <dgm:t>
        <a:bodyPr/>
        <a:lstStyle/>
        <a:p>
          <a:endParaRPr lang="en-US"/>
        </a:p>
      </dgm:t>
    </dgm:pt>
    <dgm:pt modelId="{B877E98B-58A6-454E-BC17-B4A256C1E994}" type="pres">
      <dgm:prSet presAssocID="{17746B14-7E08-4090-A664-1A9A3873C290}" presName="root" presStyleCnt="0">
        <dgm:presLayoutVars>
          <dgm:dir/>
          <dgm:resizeHandles val="exact"/>
        </dgm:presLayoutVars>
      </dgm:prSet>
      <dgm:spPr/>
    </dgm:pt>
    <dgm:pt modelId="{541A9443-7B02-4DF9-A8C2-DEDAFB3654FE}" type="pres">
      <dgm:prSet presAssocID="{E7CEA127-58B5-4574-A335-F07F9F8DD8DF}" presName="compNode" presStyleCnt="0"/>
      <dgm:spPr/>
    </dgm:pt>
    <dgm:pt modelId="{8A490B54-0ABB-4FBE-BEBF-0D7F24279FA0}" type="pres">
      <dgm:prSet presAssocID="{E7CEA127-58B5-4574-A335-F07F9F8DD8DF}" presName="iconBgRect" presStyleLbl="bgShp" presStyleIdx="0" presStyleCnt="3"/>
      <dgm:spPr/>
    </dgm:pt>
    <dgm:pt modelId="{2DC29983-A444-478D-B408-CE0D89D3A5CB}" type="pres">
      <dgm:prSet presAssocID="{E7CEA127-58B5-4574-A335-F07F9F8DD8D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531EC381-C55C-485D-85AA-4DF8A0FF41FF}" type="pres">
      <dgm:prSet presAssocID="{E7CEA127-58B5-4574-A335-F07F9F8DD8DF}" presName="spaceRect" presStyleCnt="0"/>
      <dgm:spPr/>
    </dgm:pt>
    <dgm:pt modelId="{2E45CDB8-FB13-4320-B06F-65FF6C3876FE}" type="pres">
      <dgm:prSet presAssocID="{E7CEA127-58B5-4574-A335-F07F9F8DD8DF}" presName="textRect" presStyleLbl="revTx" presStyleIdx="0" presStyleCnt="3">
        <dgm:presLayoutVars>
          <dgm:chMax val="1"/>
          <dgm:chPref val="1"/>
        </dgm:presLayoutVars>
      </dgm:prSet>
      <dgm:spPr/>
    </dgm:pt>
    <dgm:pt modelId="{DE2875E2-F4AC-4B00-B9E0-7FBB4858725C}" type="pres">
      <dgm:prSet presAssocID="{1CC59EB9-CAC7-479D-A9E6-75D30DD29C29}" presName="sibTrans" presStyleCnt="0"/>
      <dgm:spPr/>
    </dgm:pt>
    <dgm:pt modelId="{85A8DC38-5579-4BC3-A0AC-2723416563A0}" type="pres">
      <dgm:prSet presAssocID="{1E939767-3288-4544-B43B-B7FEAACFAD50}" presName="compNode" presStyleCnt="0"/>
      <dgm:spPr/>
    </dgm:pt>
    <dgm:pt modelId="{4829C181-F563-42CC-8916-D9DE3DFF4EC1}" type="pres">
      <dgm:prSet presAssocID="{1E939767-3288-4544-B43B-B7FEAACFAD50}" presName="iconBgRect" presStyleLbl="bgShp" presStyleIdx="1" presStyleCnt="3"/>
      <dgm:spPr/>
    </dgm:pt>
    <dgm:pt modelId="{A2CEC399-BB9A-44CB-BF17-07E7B4287E90}" type="pres">
      <dgm:prSet presAssocID="{1E939767-3288-4544-B43B-B7FEAACFAD5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C6020EF-B315-4D73-A172-A6E63ECF4790}" type="pres">
      <dgm:prSet presAssocID="{1E939767-3288-4544-B43B-B7FEAACFAD50}" presName="spaceRect" presStyleCnt="0"/>
      <dgm:spPr/>
    </dgm:pt>
    <dgm:pt modelId="{3E65D794-BFFB-42B2-A519-7061AF398500}" type="pres">
      <dgm:prSet presAssocID="{1E939767-3288-4544-B43B-B7FEAACFAD50}" presName="textRect" presStyleLbl="revTx" presStyleIdx="1" presStyleCnt="3">
        <dgm:presLayoutVars>
          <dgm:chMax val="1"/>
          <dgm:chPref val="1"/>
        </dgm:presLayoutVars>
      </dgm:prSet>
      <dgm:spPr/>
    </dgm:pt>
    <dgm:pt modelId="{C76AAA76-ED8F-4A10-8A16-0826B25298BD}" type="pres">
      <dgm:prSet presAssocID="{EA1A7A99-DC29-49B6-AC12-07D613D032F6}" presName="sibTrans" presStyleCnt="0"/>
      <dgm:spPr/>
    </dgm:pt>
    <dgm:pt modelId="{72EB6BFB-9090-4087-983A-B8B2E69BE68E}" type="pres">
      <dgm:prSet presAssocID="{3821A445-DBBF-4180-AEDD-5C3E6B13B90E}" presName="compNode" presStyleCnt="0"/>
      <dgm:spPr/>
    </dgm:pt>
    <dgm:pt modelId="{454313AC-56C5-4FFD-8B7F-AC9A485F26EB}" type="pres">
      <dgm:prSet presAssocID="{3821A445-DBBF-4180-AEDD-5C3E6B13B90E}" presName="iconBgRect" presStyleLbl="bgShp" presStyleIdx="2" presStyleCnt="3"/>
      <dgm:spPr/>
    </dgm:pt>
    <dgm:pt modelId="{B60B997A-3873-461A-BF74-B3DCA14AB5EC}" type="pres">
      <dgm:prSet presAssocID="{3821A445-DBBF-4180-AEDD-5C3E6B13B90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2BF0EF55-D4CB-45ED-9DAB-B6850E5CE1E5}" type="pres">
      <dgm:prSet presAssocID="{3821A445-DBBF-4180-AEDD-5C3E6B13B90E}" presName="spaceRect" presStyleCnt="0"/>
      <dgm:spPr/>
    </dgm:pt>
    <dgm:pt modelId="{3C441206-3812-46EA-B774-92790CE2954F}" type="pres">
      <dgm:prSet presAssocID="{3821A445-DBBF-4180-AEDD-5C3E6B13B90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E9AFF15-A7D1-4ADF-A9A2-D00A0DAB1531}" type="presOf" srcId="{17746B14-7E08-4090-A664-1A9A3873C290}" destId="{B877E98B-58A6-454E-BC17-B4A256C1E994}" srcOrd="0" destOrd="0" presId="urn:microsoft.com/office/officeart/2018/5/layout/IconCircleLabelList"/>
    <dgm:cxn modelId="{B4E2E26A-EA60-4835-AEC9-26E1A0B1C43B}" srcId="{17746B14-7E08-4090-A664-1A9A3873C290}" destId="{E7CEA127-58B5-4574-A335-F07F9F8DD8DF}" srcOrd="0" destOrd="0" parTransId="{A25BCBFD-8CDD-4B34-8CAA-9EA06FE91038}" sibTransId="{1CC59EB9-CAC7-479D-A9E6-75D30DD29C29}"/>
    <dgm:cxn modelId="{0790E16E-4CD5-4A00-8423-A5D689A45141}" srcId="{17746B14-7E08-4090-A664-1A9A3873C290}" destId="{3821A445-DBBF-4180-AEDD-5C3E6B13B90E}" srcOrd="2" destOrd="0" parTransId="{76DB117C-73A0-4EAE-B12E-B50622A08FE9}" sibTransId="{CFB7759D-03A8-4F93-8D8D-7A595F7D67F1}"/>
    <dgm:cxn modelId="{CD076651-B681-4EB5-BAD7-4EA793C5B4B7}" type="presOf" srcId="{E7CEA127-58B5-4574-A335-F07F9F8DD8DF}" destId="{2E45CDB8-FB13-4320-B06F-65FF6C3876FE}" srcOrd="0" destOrd="0" presId="urn:microsoft.com/office/officeart/2018/5/layout/IconCircleLabelList"/>
    <dgm:cxn modelId="{216B2F52-0A3A-4896-BABB-52BC7346DCB9}" type="presOf" srcId="{1E939767-3288-4544-B43B-B7FEAACFAD50}" destId="{3E65D794-BFFB-42B2-A519-7061AF398500}" srcOrd="0" destOrd="0" presId="urn:microsoft.com/office/officeart/2018/5/layout/IconCircleLabelList"/>
    <dgm:cxn modelId="{4DF6D9BA-3009-4787-96CD-F086CA2CF87F}" srcId="{17746B14-7E08-4090-A664-1A9A3873C290}" destId="{1E939767-3288-4544-B43B-B7FEAACFAD50}" srcOrd="1" destOrd="0" parTransId="{F7DF698F-FD2A-451F-95D2-6A3F1EB74DBA}" sibTransId="{EA1A7A99-DC29-49B6-AC12-07D613D032F6}"/>
    <dgm:cxn modelId="{E8C5C3D5-2B4A-42E3-A3EA-6762267E3887}" type="presOf" srcId="{3821A445-DBBF-4180-AEDD-5C3E6B13B90E}" destId="{3C441206-3812-46EA-B774-92790CE2954F}" srcOrd="0" destOrd="0" presId="urn:microsoft.com/office/officeart/2018/5/layout/IconCircleLabelList"/>
    <dgm:cxn modelId="{C984E33E-A77B-4CC8-8187-A5754592BE6B}" type="presParOf" srcId="{B877E98B-58A6-454E-BC17-B4A256C1E994}" destId="{541A9443-7B02-4DF9-A8C2-DEDAFB3654FE}" srcOrd="0" destOrd="0" presId="urn:microsoft.com/office/officeart/2018/5/layout/IconCircleLabelList"/>
    <dgm:cxn modelId="{49BA1DF6-C2C6-49F8-BD9D-BA0DF5AF63D4}" type="presParOf" srcId="{541A9443-7B02-4DF9-A8C2-DEDAFB3654FE}" destId="{8A490B54-0ABB-4FBE-BEBF-0D7F24279FA0}" srcOrd="0" destOrd="0" presId="urn:microsoft.com/office/officeart/2018/5/layout/IconCircleLabelList"/>
    <dgm:cxn modelId="{65F81DC9-5587-4470-9CB0-982391588AEE}" type="presParOf" srcId="{541A9443-7B02-4DF9-A8C2-DEDAFB3654FE}" destId="{2DC29983-A444-478D-B408-CE0D89D3A5CB}" srcOrd="1" destOrd="0" presId="urn:microsoft.com/office/officeart/2018/5/layout/IconCircleLabelList"/>
    <dgm:cxn modelId="{F8B1C7AA-ED14-4174-B127-3DC2C06A5123}" type="presParOf" srcId="{541A9443-7B02-4DF9-A8C2-DEDAFB3654FE}" destId="{531EC381-C55C-485D-85AA-4DF8A0FF41FF}" srcOrd="2" destOrd="0" presId="urn:microsoft.com/office/officeart/2018/5/layout/IconCircleLabelList"/>
    <dgm:cxn modelId="{78DD95DB-C7E2-4B51-A741-C01848304CA5}" type="presParOf" srcId="{541A9443-7B02-4DF9-A8C2-DEDAFB3654FE}" destId="{2E45CDB8-FB13-4320-B06F-65FF6C3876FE}" srcOrd="3" destOrd="0" presId="urn:microsoft.com/office/officeart/2018/5/layout/IconCircleLabelList"/>
    <dgm:cxn modelId="{8752F9A6-E18E-4A97-995E-FF675B40D299}" type="presParOf" srcId="{B877E98B-58A6-454E-BC17-B4A256C1E994}" destId="{DE2875E2-F4AC-4B00-B9E0-7FBB4858725C}" srcOrd="1" destOrd="0" presId="urn:microsoft.com/office/officeart/2018/5/layout/IconCircleLabelList"/>
    <dgm:cxn modelId="{4C3E0BAE-2D85-488A-AD05-C54A0FEFB301}" type="presParOf" srcId="{B877E98B-58A6-454E-BC17-B4A256C1E994}" destId="{85A8DC38-5579-4BC3-A0AC-2723416563A0}" srcOrd="2" destOrd="0" presId="urn:microsoft.com/office/officeart/2018/5/layout/IconCircleLabelList"/>
    <dgm:cxn modelId="{506E9C3B-7D89-427C-A28B-0388A085292B}" type="presParOf" srcId="{85A8DC38-5579-4BC3-A0AC-2723416563A0}" destId="{4829C181-F563-42CC-8916-D9DE3DFF4EC1}" srcOrd="0" destOrd="0" presId="urn:microsoft.com/office/officeart/2018/5/layout/IconCircleLabelList"/>
    <dgm:cxn modelId="{B84BAE91-EA3A-4FB4-BE27-D2BEF8232071}" type="presParOf" srcId="{85A8DC38-5579-4BC3-A0AC-2723416563A0}" destId="{A2CEC399-BB9A-44CB-BF17-07E7B4287E90}" srcOrd="1" destOrd="0" presId="urn:microsoft.com/office/officeart/2018/5/layout/IconCircleLabelList"/>
    <dgm:cxn modelId="{855D64BE-8653-4344-8D0D-418EDABCA2C8}" type="presParOf" srcId="{85A8DC38-5579-4BC3-A0AC-2723416563A0}" destId="{CC6020EF-B315-4D73-A172-A6E63ECF4790}" srcOrd="2" destOrd="0" presId="urn:microsoft.com/office/officeart/2018/5/layout/IconCircleLabelList"/>
    <dgm:cxn modelId="{7BA519CC-DA08-48B8-9321-998FE4E518B1}" type="presParOf" srcId="{85A8DC38-5579-4BC3-A0AC-2723416563A0}" destId="{3E65D794-BFFB-42B2-A519-7061AF398500}" srcOrd="3" destOrd="0" presId="urn:microsoft.com/office/officeart/2018/5/layout/IconCircleLabelList"/>
    <dgm:cxn modelId="{ECBFC37B-90CE-4513-98C5-EA8D13046E2D}" type="presParOf" srcId="{B877E98B-58A6-454E-BC17-B4A256C1E994}" destId="{C76AAA76-ED8F-4A10-8A16-0826B25298BD}" srcOrd="3" destOrd="0" presId="urn:microsoft.com/office/officeart/2018/5/layout/IconCircleLabelList"/>
    <dgm:cxn modelId="{0F494E27-3369-4CED-9AFE-7133C81AA5F7}" type="presParOf" srcId="{B877E98B-58A6-454E-BC17-B4A256C1E994}" destId="{72EB6BFB-9090-4087-983A-B8B2E69BE68E}" srcOrd="4" destOrd="0" presId="urn:microsoft.com/office/officeart/2018/5/layout/IconCircleLabelList"/>
    <dgm:cxn modelId="{656BB622-3EE7-4482-93B9-7E7115559F5E}" type="presParOf" srcId="{72EB6BFB-9090-4087-983A-B8B2E69BE68E}" destId="{454313AC-56C5-4FFD-8B7F-AC9A485F26EB}" srcOrd="0" destOrd="0" presId="urn:microsoft.com/office/officeart/2018/5/layout/IconCircleLabelList"/>
    <dgm:cxn modelId="{9BAB1FC6-C965-47E3-98A7-2E9FE9ED717F}" type="presParOf" srcId="{72EB6BFB-9090-4087-983A-B8B2E69BE68E}" destId="{B60B997A-3873-461A-BF74-B3DCA14AB5EC}" srcOrd="1" destOrd="0" presId="urn:microsoft.com/office/officeart/2018/5/layout/IconCircleLabelList"/>
    <dgm:cxn modelId="{723DD462-EC5A-49EF-82EB-C9C45081166A}" type="presParOf" srcId="{72EB6BFB-9090-4087-983A-B8B2E69BE68E}" destId="{2BF0EF55-D4CB-45ED-9DAB-B6850E5CE1E5}" srcOrd="2" destOrd="0" presId="urn:microsoft.com/office/officeart/2018/5/layout/IconCircleLabelList"/>
    <dgm:cxn modelId="{7AB2FD7B-EC62-4C09-AD59-F0F71D7B7900}" type="presParOf" srcId="{72EB6BFB-9090-4087-983A-B8B2E69BE68E}" destId="{3C441206-3812-46EA-B774-92790CE2954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B71EDB-FF36-4C2D-9852-F6619C34A8D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DCA165B-FBFA-43A3-BD66-7182271001DB}">
      <dgm:prSet/>
      <dgm:spPr/>
      <dgm:t>
        <a:bodyPr/>
        <a:lstStyle/>
        <a:p>
          <a:pPr>
            <a:defRPr b="1"/>
          </a:pPr>
          <a:r>
            <a:rPr lang="en-US"/>
            <a:t>Avoid hardcoding secrets like API keys or passwords</a:t>
          </a:r>
        </a:p>
      </dgm:t>
    </dgm:pt>
    <dgm:pt modelId="{741AA152-1EAA-4CF7-BDAE-5E45A30CB96C}" type="parTrans" cxnId="{6DB15DF2-BE3E-441A-9190-B9969355EE10}">
      <dgm:prSet/>
      <dgm:spPr/>
      <dgm:t>
        <a:bodyPr/>
        <a:lstStyle/>
        <a:p>
          <a:endParaRPr lang="en-US"/>
        </a:p>
      </dgm:t>
    </dgm:pt>
    <dgm:pt modelId="{F621AD66-A2AA-44FE-B898-B1465F77A39E}" type="sibTrans" cxnId="{6DB15DF2-BE3E-441A-9190-B9969355EE10}">
      <dgm:prSet/>
      <dgm:spPr/>
      <dgm:t>
        <a:bodyPr/>
        <a:lstStyle/>
        <a:p>
          <a:endParaRPr lang="en-US"/>
        </a:p>
      </dgm:t>
    </dgm:pt>
    <dgm:pt modelId="{13790B5D-23F2-4595-A29C-ABE863C76FC4}">
      <dgm:prSet/>
      <dgm:spPr/>
      <dgm:t>
        <a:bodyPr/>
        <a:lstStyle/>
        <a:p>
          <a:r>
            <a:rPr lang="en-US"/>
            <a:t>“Secrets or sensitive information can be inadvertently committed to repositories and made accessible to anyone with read access” (SecurityPatterns.io, n.d.)</a:t>
          </a:r>
        </a:p>
      </dgm:t>
    </dgm:pt>
    <dgm:pt modelId="{CC316C02-7A4C-4D2E-A740-9AF654FD3C60}" type="parTrans" cxnId="{1C0CB0C3-8A37-46C5-A6F7-2CF7821453C9}">
      <dgm:prSet/>
      <dgm:spPr/>
      <dgm:t>
        <a:bodyPr/>
        <a:lstStyle/>
        <a:p>
          <a:endParaRPr lang="en-US"/>
        </a:p>
      </dgm:t>
    </dgm:pt>
    <dgm:pt modelId="{FCFD7447-A494-47A6-BA3D-DB2CB9B04938}" type="sibTrans" cxnId="{1C0CB0C3-8A37-46C5-A6F7-2CF7821453C9}">
      <dgm:prSet/>
      <dgm:spPr/>
      <dgm:t>
        <a:bodyPr/>
        <a:lstStyle/>
        <a:p>
          <a:endParaRPr lang="en-US"/>
        </a:p>
      </dgm:t>
    </dgm:pt>
    <dgm:pt modelId="{CF280865-DA92-4747-8A36-F1C9538CE80F}">
      <dgm:prSet/>
      <dgm:spPr/>
      <dgm:t>
        <a:bodyPr/>
        <a:lstStyle/>
        <a:p>
          <a:pPr>
            <a:defRPr b="1"/>
          </a:pPr>
          <a:r>
            <a:rPr lang="en-US"/>
            <a:t>Use tools like HashiCorp Vault or GitHub’s secret scanning</a:t>
          </a:r>
        </a:p>
      </dgm:t>
    </dgm:pt>
    <dgm:pt modelId="{DC096DF8-2906-4AC5-91CE-77CAA76405E9}" type="parTrans" cxnId="{E9A141B3-E504-4E1D-996D-21D4B85AE378}">
      <dgm:prSet/>
      <dgm:spPr/>
      <dgm:t>
        <a:bodyPr/>
        <a:lstStyle/>
        <a:p>
          <a:endParaRPr lang="en-US"/>
        </a:p>
      </dgm:t>
    </dgm:pt>
    <dgm:pt modelId="{D2C985C9-54B4-4EED-8AF0-B9C85A095DA3}" type="sibTrans" cxnId="{E9A141B3-E504-4E1D-996D-21D4B85AE378}">
      <dgm:prSet/>
      <dgm:spPr/>
      <dgm:t>
        <a:bodyPr/>
        <a:lstStyle/>
        <a:p>
          <a:endParaRPr lang="en-US"/>
        </a:p>
      </dgm:t>
    </dgm:pt>
    <dgm:pt modelId="{5D4A6D52-4D27-49AE-B712-C8BF48C98BB1}" type="pres">
      <dgm:prSet presAssocID="{FEB71EDB-FF36-4C2D-9852-F6619C34A8DD}" presName="root" presStyleCnt="0">
        <dgm:presLayoutVars>
          <dgm:dir/>
          <dgm:resizeHandles val="exact"/>
        </dgm:presLayoutVars>
      </dgm:prSet>
      <dgm:spPr/>
    </dgm:pt>
    <dgm:pt modelId="{DF9019AF-8758-4819-AA40-BC8EC610E2DD}" type="pres">
      <dgm:prSet presAssocID="{9DCA165B-FBFA-43A3-BD66-7182271001DB}" presName="compNode" presStyleCnt="0"/>
      <dgm:spPr/>
    </dgm:pt>
    <dgm:pt modelId="{F755B2A6-A4EB-4E16-A9D7-607EF2CB0AA6}" type="pres">
      <dgm:prSet presAssocID="{9DCA165B-FBFA-43A3-BD66-7182271001D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4929B4F-55B5-4BD4-84A0-1C8524774FFF}" type="pres">
      <dgm:prSet presAssocID="{9DCA165B-FBFA-43A3-BD66-7182271001DB}" presName="iconSpace" presStyleCnt="0"/>
      <dgm:spPr/>
    </dgm:pt>
    <dgm:pt modelId="{B8B8AC69-0EE3-4683-BEF1-F7FA561A80AB}" type="pres">
      <dgm:prSet presAssocID="{9DCA165B-FBFA-43A3-BD66-7182271001DB}" presName="parTx" presStyleLbl="revTx" presStyleIdx="0" presStyleCnt="4">
        <dgm:presLayoutVars>
          <dgm:chMax val="0"/>
          <dgm:chPref val="0"/>
        </dgm:presLayoutVars>
      </dgm:prSet>
      <dgm:spPr/>
    </dgm:pt>
    <dgm:pt modelId="{4AD7F126-1E7B-493A-9FB5-1FCCD2E54BCB}" type="pres">
      <dgm:prSet presAssocID="{9DCA165B-FBFA-43A3-BD66-7182271001DB}" presName="txSpace" presStyleCnt="0"/>
      <dgm:spPr/>
    </dgm:pt>
    <dgm:pt modelId="{8CF9DD1E-687B-4DDC-BD91-95D8405E9BE0}" type="pres">
      <dgm:prSet presAssocID="{9DCA165B-FBFA-43A3-BD66-7182271001DB}" presName="desTx" presStyleLbl="revTx" presStyleIdx="1" presStyleCnt="4">
        <dgm:presLayoutVars/>
      </dgm:prSet>
      <dgm:spPr/>
    </dgm:pt>
    <dgm:pt modelId="{1EB2AA7D-BF2F-4E93-9EEF-86DC315A40EE}" type="pres">
      <dgm:prSet presAssocID="{F621AD66-A2AA-44FE-B898-B1465F77A39E}" presName="sibTrans" presStyleCnt="0"/>
      <dgm:spPr/>
    </dgm:pt>
    <dgm:pt modelId="{BFA14699-A9F2-4789-84F0-B1643D9D7D0F}" type="pres">
      <dgm:prSet presAssocID="{CF280865-DA92-4747-8A36-F1C9538CE80F}" presName="compNode" presStyleCnt="0"/>
      <dgm:spPr/>
    </dgm:pt>
    <dgm:pt modelId="{0837F08A-1413-481E-9FD3-52ECA5AD0116}" type="pres">
      <dgm:prSet presAssocID="{CF280865-DA92-4747-8A36-F1C9538CE80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9A0DAF6-9612-486B-A152-FF6F9F74648F}" type="pres">
      <dgm:prSet presAssocID="{CF280865-DA92-4747-8A36-F1C9538CE80F}" presName="iconSpace" presStyleCnt="0"/>
      <dgm:spPr/>
    </dgm:pt>
    <dgm:pt modelId="{CC3216B6-5473-41EC-B5C8-63274CE2C00E}" type="pres">
      <dgm:prSet presAssocID="{CF280865-DA92-4747-8A36-F1C9538CE80F}" presName="parTx" presStyleLbl="revTx" presStyleIdx="2" presStyleCnt="4">
        <dgm:presLayoutVars>
          <dgm:chMax val="0"/>
          <dgm:chPref val="0"/>
        </dgm:presLayoutVars>
      </dgm:prSet>
      <dgm:spPr/>
    </dgm:pt>
    <dgm:pt modelId="{69F3641A-1E18-4374-A6F4-1B6B8CA4A4F4}" type="pres">
      <dgm:prSet presAssocID="{CF280865-DA92-4747-8A36-F1C9538CE80F}" presName="txSpace" presStyleCnt="0"/>
      <dgm:spPr/>
    </dgm:pt>
    <dgm:pt modelId="{CE1828EF-D705-4ECF-8FEE-A9E0F61A2DBB}" type="pres">
      <dgm:prSet presAssocID="{CF280865-DA92-4747-8A36-F1C9538CE80F}" presName="desTx" presStyleLbl="revTx" presStyleIdx="3" presStyleCnt="4">
        <dgm:presLayoutVars/>
      </dgm:prSet>
      <dgm:spPr/>
    </dgm:pt>
  </dgm:ptLst>
  <dgm:cxnLst>
    <dgm:cxn modelId="{2A806437-995F-4322-B66F-6F65EBCD379B}" type="presOf" srcId="{FEB71EDB-FF36-4C2D-9852-F6619C34A8DD}" destId="{5D4A6D52-4D27-49AE-B712-C8BF48C98BB1}" srcOrd="0" destOrd="0" presId="urn:microsoft.com/office/officeart/2018/2/layout/IconLabelDescriptionList"/>
    <dgm:cxn modelId="{1CAB4B65-5638-41B1-B080-88938668FAD1}" type="presOf" srcId="{13790B5D-23F2-4595-A29C-ABE863C76FC4}" destId="{8CF9DD1E-687B-4DDC-BD91-95D8405E9BE0}" srcOrd="0" destOrd="0" presId="urn:microsoft.com/office/officeart/2018/2/layout/IconLabelDescriptionList"/>
    <dgm:cxn modelId="{F1398052-FD9E-4F6F-AA7B-6431D4738065}" type="presOf" srcId="{CF280865-DA92-4747-8A36-F1C9538CE80F}" destId="{CC3216B6-5473-41EC-B5C8-63274CE2C00E}" srcOrd="0" destOrd="0" presId="urn:microsoft.com/office/officeart/2018/2/layout/IconLabelDescriptionList"/>
    <dgm:cxn modelId="{6EE58E9A-3580-41F9-BEDB-24528B3DF937}" type="presOf" srcId="{9DCA165B-FBFA-43A3-BD66-7182271001DB}" destId="{B8B8AC69-0EE3-4683-BEF1-F7FA561A80AB}" srcOrd="0" destOrd="0" presId="urn:microsoft.com/office/officeart/2018/2/layout/IconLabelDescriptionList"/>
    <dgm:cxn modelId="{E9A141B3-E504-4E1D-996D-21D4B85AE378}" srcId="{FEB71EDB-FF36-4C2D-9852-F6619C34A8DD}" destId="{CF280865-DA92-4747-8A36-F1C9538CE80F}" srcOrd="1" destOrd="0" parTransId="{DC096DF8-2906-4AC5-91CE-77CAA76405E9}" sibTransId="{D2C985C9-54B4-4EED-8AF0-B9C85A095DA3}"/>
    <dgm:cxn modelId="{1C0CB0C3-8A37-46C5-A6F7-2CF7821453C9}" srcId="{9DCA165B-FBFA-43A3-BD66-7182271001DB}" destId="{13790B5D-23F2-4595-A29C-ABE863C76FC4}" srcOrd="0" destOrd="0" parTransId="{CC316C02-7A4C-4D2E-A740-9AF654FD3C60}" sibTransId="{FCFD7447-A494-47A6-BA3D-DB2CB9B04938}"/>
    <dgm:cxn modelId="{6DB15DF2-BE3E-441A-9190-B9969355EE10}" srcId="{FEB71EDB-FF36-4C2D-9852-F6619C34A8DD}" destId="{9DCA165B-FBFA-43A3-BD66-7182271001DB}" srcOrd="0" destOrd="0" parTransId="{741AA152-1EAA-4CF7-BDAE-5E45A30CB96C}" sibTransId="{F621AD66-A2AA-44FE-B898-B1465F77A39E}"/>
    <dgm:cxn modelId="{AE1BA7C2-E813-4C54-8FE8-EC7869202D49}" type="presParOf" srcId="{5D4A6D52-4D27-49AE-B712-C8BF48C98BB1}" destId="{DF9019AF-8758-4819-AA40-BC8EC610E2DD}" srcOrd="0" destOrd="0" presId="urn:microsoft.com/office/officeart/2018/2/layout/IconLabelDescriptionList"/>
    <dgm:cxn modelId="{70D2A96A-7EF3-430A-8419-3ACEB4191304}" type="presParOf" srcId="{DF9019AF-8758-4819-AA40-BC8EC610E2DD}" destId="{F755B2A6-A4EB-4E16-A9D7-607EF2CB0AA6}" srcOrd="0" destOrd="0" presId="urn:microsoft.com/office/officeart/2018/2/layout/IconLabelDescriptionList"/>
    <dgm:cxn modelId="{D97502B5-7910-4FD1-A505-282D68D75602}" type="presParOf" srcId="{DF9019AF-8758-4819-AA40-BC8EC610E2DD}" destId="{24929B4F-55B5-4BD4-84A0-1C8524774FFF}" srcOrd="1" destOrd="0" presId="urn:microsoft.com/office/officeart/2018/2/layout/IconLabelDescriptionList"/>
    <dgm:cxn modelId="{CFC488B8-C3B7-4974-8B62-615C68F128BD}" type="presParOf" srcId="{DF9019AF-8758-4819-AA40-BC8EC610E2DD}" destId="{B8B8AC69-0EE3-4683-BEF1-F7FA561A80AB}" srcOrd="2" destOrd="0" presId="urn:microsoft.com/office/officeart/2018/2/layout/IconLabelDescriptionList"/>
    <dgm:cxn modelId="{0FDCD18C-36D0-445D-92B2-7AE2CB08A9A8}" type="presParOf" srcId="{DF9019AF-8758-4819-AA40-BC8EC610E2DD}" destId="{4AD7F126-1E7B-493A-9FB5-1FCCD2E54BCB}" srcOrd="3" destOrd="0" presId="urn:microsoft.com/office/officeart/2018/2/layout/IconLabelDescriptionList"/>
    <dgm:cxn modelId="{01FBEB0F-D09B-44C5-908E-65B0ABE45E27}" type="presParOf" srcId="{DF9019AF-8758-4819-AA40-BC8EC610E2DD}" destId="{8CF9DD1E-687B-4DDC-BD91-95D8405E9BE0}" srcOrd="4" destOrd="0" presId="urn:microsoft.com/office/officeart/2018/2/layout/IconLabelDescriptionList"/>
    <dgm:cxn modelId="{969DC862-86CB-41A3-9A40-991E55C67265}" type="presParOf" srcId="{5D4A6D52-4D27-49AE-B712-C8BF48C98BB1}" destId="{1EB2AA7D-BF2F-4E93-9EEF-86DC315A40EE}" srcOrd="1" destOrd="0" presId="urn:microsoft.com/office/officeart/2018/2/layout/IconLabelDescriptionList"/>
    <dgm:cxn modelId="{272A19F2-2BEA-42B7-8D87-1AE9F1C3C265}" type="presParOf" srcId="{5D4A6D52-4D27-49AE-B712-C8BF48C98BB1}" destId="{BFA14699-A9F2-4789-84F0-B1643D9D7D0F}" srcOrd="2" destOrd="0" presId="urn:microsoft.com/office/officeart/2018/2/layout/IconLabelDescriptionList"/>
    <dgm:cxn modelId="{733DBF86-2482-41F8-B415-F73EB403E345}" type="presParOf" srcId="{BFA14699-A9F2-4789-84F0-B1643D9D7D0F}" destId="{0837F08A-1413-481E-9FD3-52ECA5AD0116}" srcOrd="0" destOrd="0" presId="urn:microsoft.com/office/officeart/2018/2/layout/IconLabelDescriptionList"/>
    <dgm:cxn modelId="{44E0CAFF-FB05-4E8E-B60E-0CDCC2BB1902}" type="presParOf" srcId="{BFA14699-A9F2-4789-84F0-B1643D9D7D0F}" destId="{89A0DAF6-9612-486B-A152-FF6F9F74648F}" srcOrd="1" destOrd="0" presId="urn:microsoft.com/office/officeart/2018/2/layout/IconLabelDescriptionList"/>
    <dgm:cxn modelId="{615629D1-D627-49B3-884F-C0A6EBF0B313}" type="presParOf" srcId="{BFA14699-A9F2-4789-84F0-B1643D9D7D0F}" destId="{CC3216B6-5473-41EC-B5C8-63274CE2C00E}" srcOrd="2" destOrd="0" presId="urn:microsoft.com/office/officeart/2018/2/layout/IconLabelDescriptionList"/>
    <dgm:cxn modelId="{C37F4C1C-486D-4B68-A7F8-F31087975820}" type="presParOf" srcId="{BFA14699-A9F2-4789-84F0-B1643D9D7D0F}" destId="{69F3641A-1E18-4374-A6F4-1B6B8CA4A4F4}" srcOrd="3" destOrd="0" presId="urn:microsoft.com/office/officeart/2018/2/layout/IconLabelDescriptionList"/>
    <dgm:cxn modelId="{3E5D2BB5-D3AA-4365-938E-4564FADE465D}" type="presParOf" srcId="{BFA14699-A9F2-4789-84F0-B1643D9D7D0F}" destId="{CE1828EF-D705-4ECF-8FEE-A9E0F61A2DB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A48B42-02FC-47B9-B5BC-557952C482B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D1CA922-709D-49B2-8A27-747E2B18C390}">
      <dgm:prSet/>
      <dgm:spPr/>
      <dgm:t>
        <a:bodyPr/>
        <a:lstStyle/>
        <a:p>
          <a:r>
            <a:rPr lang="en-US"/>
            <a:t>Set up alerts for unusual repo activity</a:t>
          </a:r>
        </a:p>
      </dgm:t>
    </dgm:pt>
    <dgm:pt modelId="{C03E1FAB-2DDC-42EA-BB14-D41C79AA3BDD}" type="parTrans" cxnId="{2099E14F-7161-43DF-AAC9-C8A7BBE7AD82}">
      <dgm:prSet/>
      <dgm:spPr/>
      <dgm:t>
        <a:bodyPr/>
        <a:lstStyle/>
        <a:p>
          <a:endParaRPr lang="en-US"/>
        </a:p>
      </dgm:t>
    </dgm:pt>
    <dgm:pt modelId="{B9AC0E2E-E215-4886-AAF7-181CBE87C1FF}" type="sibTrans" cxnId="{2099E14F-7161-43DF-AAC9-C8A7BBE7AD82}">
      <dgm:prSet/>
      <dgm:spPr/>
      <dgm:t>
        <a:bodyPr/>
        <a:lstStyle/>
        <a:p>
          <a:endParaRPr lang="en-US"/>
        </a:p>
      </dgm:t>
    </dgm:pt>
    <dgm:pt modelId="{5F18739D-4DF1-4058-B05F-D14C53EC8199}">
      <dgm:prSet/>
      <dgm:spPr/>
      <dgm:t>
        <a:bodyPr/>
        <a:lstStyle/>
        <a:p>
          <a:r>
            <a:rPr lang="en-US"/>
            <a:t>“Automated alerts for unexpected changes in critical files help detect unauthorized access attempts” (Harness, 2025)</a:t>
          </a:r>
        </a:p>
      </dgm:t>
    </dgm:pt>
    <dgm:pt modelId="{CDE0F6DB-95EA-49D8-A28A-B2D6C61D9502}" type="parTrans" cxnId="{FA251A8A-E49F-4E80-915B-D93AE4FF2C9B}">
      <dgm:prSet/>
      <dgm:spPr/>
      <dgm:t>
        <a:bodyPr/>
        <a:lstStyle/>
        <a:p>
          <a:endParaRPr lang="en-US"/>
        </a:p>
      </dgm:t>
    </dgm:pt>
    <dgm:pt modelId="{A22C0546-5700-4E24-9155-7EAFCA0B22E1}" type="sibTrans" cxnId="{FA251A8A-E49F-4E80-915B-D93AE4FF2C9B}">
      <dgm:prSet/>
      <dgm:spPr/>
      <dgm:t>
        <a:bodyPr/>
        <a:lstStyle/>
        <a:p>
          <a:endParaRPr lang="en-US"/>
        </a:p>
      </dgm:t>
    </dgm:pt>
    <dgm:pt modelId="{936A30C5-B6B6-4B94-9407-224A165836DC}">
      <dgm:prSet/>
      <dgm:spPr/>
      <dgm:t>
        <a:bodyPr/>
        <a:lstStyle/>
        <a:p>
          <a:r>
            <a:rPr lang="en-US"/>
            <a:t>Use centralized logging and tools like Dependabot</a:t>
          </a:r>
        </a:p>
      </dgm:t>
    </dgm:pt>
    <dgm:pt modelId="{AF6CC4CF-7173-453F-8934-DE0D8A4AD4E3}" type="parTrans" cxnId="{73AAAC04-8849-4534-B11D-C99D05CAD6BE}">
      <dgm:prSet/>
      <dgm:spPr/>
      <dgm:t>
        <a:bodyPr/>
        <a:lstStyle/>
        <a:p>
          <a:endParaRPr lang="en-US"/>
        </a:p>
      </dgm:t>
    </dgm:pt>
    <dgm:pt modelId="{23A70F83-9C6C-414C-98DF-877BEEC6A90A}" type="sibTrans" cxnId="{73AAAC04-8849-4534-B11D-C99D05CAD6BE}">
      <dgm:prSet/>
      <dgm:spPr/>
      <dgm:t>
        <a:bodyPr/>
        <a:lstStyle/>
        <a:p>
          <a:endParaRPr lang="en-US"/>
        </a:p>
      </dgm:t>
    </dgm:pt>
    <dgm:pt modelId="{B19E2272-3CF5-4480-8429-8E0195D7CD36}" type="pres">
      <dgm:prSet presAssocID="{E5A48B42-02FC-47B9-B5BC-557952C482BA}" presName="Name0" presStyleCnt="0">
        <dgm:presLayoutVars>
          <dgm:dir/>
          <dgm:animLvl val="lvl"/>
          <dgm:resizeHandles val="exact"/>
        </dgm:presLayoutVars>
      </dgm:prSet>
      <dgm:spPr/>
    </dgm:pt>
    <dgm:pt modelId="{F118EC03-9207-4085-9528-54C0F92CAF95}" type="pres">
      <dgm:prSet presAssocID="{6D1CA922-709D-49B2-8A27-747E2B18C390}" presName="linNode" presStyleCnt="0"/>
      <dgm:spPr/>
    </dgm:pt>
    <dgm:pt modelId="{AC460A70-F4A2-4DD4-8BF1-6CD6DE742C04}" type="pres">
      <dgm:prSet presAssocID="{6D1CA922-709D-49B2-8A27-747E2B18C390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B40D9C75-D760-412B-B5B9-F51614891710}" type="pres">
      <dgm:prSet presAssocID="{6D1CA922-709D-49B2-8A27-747E2B18C390}" presName="descendantText" presStyleLbl="alignAccFollowNode1" presStyleIdx="0" presStyleCnt="1">
        <dgm:presLayoutVars>
          <dgm:bulletEnabled val="1"/>
        </dgm:presLayoutVars>
      </dgm:prSet>
      <dgm:spPr/>
    </dgm:pt>
    <dgm:pt modelId="{17A7003A-4B93-4343-A6A5-F29B26AC9151}" type="pres">
      <dgm:prSet presAssocID="{B9AC0E2E-E215-4886-AAF7-181CBE87C1FF}" presName="sp" presStyleCnt="0"/>
      <dgm:spPr/>
    </dgm:pt>
    <dgm:pt modelId="{E763C40A-73BF-4CE6-91D1-300418B85E64}" type="pres">
      <dgm:prSet presAssocID="{936A30C5-B6B6-4B94-9407-224A165836DC}" presName="linNode" presStyleCnt="0"/>
      <dgm:spPr/>
    </dgm:pt>
    <dgm:pt modelId="{8350E2A8-B932-4789-A347-2F370335E3D8}" type="pres">
      <dgm:prSet presAssocID="{936A30C5-B6B6-4B94-9407-224A165836DC}" presName="parentText" presStyleLbl="node1" presStyleIdx="1" presStyleCnt="2">
        <dgm:presLayoutVars>
          <dgm:chMax val="1"/>
          <dgm:bulletEnabled val="1"/>
        </dgm:presLayoutVars>
      </dgm:prSet>
      <dgm:spPr/>
    </dgm:pt>
  </dgm:ptLst>
  <dgm:cxnLst>
    <dgm:cxn modelId="{73AAAC04-8849-4534-B11D-C99D05CAD6BE}" srcId="{E5A48B42-02FC-47B9-B5BC-557952C482BA}" destId="{936A30C5-B6B6-4B94-9407-224A165836DC}" srcOrd="1" destOrd="0" parTransId="{AF6CC4CF-7173-453F-8934-DE0D8A4AD4E3}" sibTransId="{23A70F83-9C6C-414C-98DF-877BEEC6A90A}"/>
    <dgm:cxn modelId="{7FC15916-A9B2-450C-A4CA-BD86E5DE12B8}" type="presOf" srcId="{6D1CA922-709D-49B2-8A27-747E2B18C390}" destId="{AC460A70-F4A2-4DD4-8BF1-6CD6DE742C04}" srcOrd="0" destOrd="0" presId="urn:microsoft.com/office/officeart/2005/8/layout/vList5"/>
    <dgm:cxn modelId="{2099E14F-7161-43DF-AAC9-C8A7BBE7AD82}" srcId="{E5A48B42-02FC-47B9-B5BC-557952C482BA}" destId="{6D1CA922-709D-49B2-8A27-747E2B18C390}" srcOrd="0" destOrd="0" parTransId="{C03E1FAB-2DDC-42EA-BB14-D41C79AA3BDD}" sibTransId="{B9AC0E2E-E215-4886-AAF7-181CBE87C1FF}"/>
    <dgm:cxn modelId="{23268A75-90E1-4A04-AC19-3EEA07B1166B}" type="presOf" srcId="{936A30C5-B6B6-4B94-9407-224A165836DC}" destId="{8350E2A8-B932-4789-A347-2F370335E3D8}" srcOrd="0" destOrd="0" presId="urn:microsoft.com/office/officeart/2005/8/layout/vList5"/>
    <dgm:cxn modelId="{DC4F9176-4F06-4627-89DA-C5313E7F4412}" type="presOf" srcId="{5F18739D-4DF1-4058-B05F-D14C53EC8199}" destId="{B40D9C75-D760-412B-B5B9-F51614891710}" srcOrd="0" destOrd="0" presId="urn:microsoft.com/office/officeart/2005/8/layout/vList5"/>
    <dgm:cxn modelId="{FA251A8A-E49F-4E80-915B-D93AE4FF2C9B}" srcId="{6D1CA922-709D-49B2-8A27-747E2B18C390}" destId="{5F18739D-4DF1-4058-B05F-D14C53EC8199}" srcOrd="0" destOrd="0" parTransId="{CDE0F6DB-95EA-49D8-A28A-B2D6C61D9502}" sibTransId="{A22C0546-5700-4E24-9155-7EAFCA0B22E1}"/>
    <dgm:cxn modelId="{289ACC98-8362-44FC-B1F5-A108F8C08564}" type="presOf" srcId="{E5A48B42-02FC-47B9-B5BC-557952C482BA}" destId="{B19E2272-3CF5-4480-8429-8E0195D7CD36}" srcOrd="0" destOrd="0" presId="urn:microsoft.com/office/officeart/2005/8/layout/vList5"/>
    <dgm:cxn modelId="{12A11B88-8F92-4E44-AB92-FD848A2A5C29}" type="presParOf" srcId="{B19E2272-3CF5-4480-8429-8E0195D7CD36}" destId="{F118EC03-9207-4085-9528-54C0F92CAF95}" srcOrd="0" destOrd="0" presId="urn:microsoft.com/office/officeart/2005/8/layout/vList5"/>
    <dgm:cxn modelId="{CA6D7AFA-F2CA-4289-8B99-18B330AD0876}" type="presParOf" srcId="{F118EC03-9207-4085-9528-54C0F92CAF95}" destId="{AC460A70-F4A2-4DD4-8BF1-6CD6DE742C04}" srcOrd="0" destOrd="0" presId="urn:microsoft.com/office/officeart/2005/8/layout/vList5"/>
    <dgm:cxn modelId="{737AE707-A8BB-4586-9A1B-E02F73DD369B}" type="presParOf" srcId="{F118EC03-9207-4085-9528-54C0F92CAF95}" destId="{B40D9C75-D760-412B-B5B9-F51614891710}" srcOrd="1" destOrd="0" presId="urn:microsoft.com/office/officeart/2005/8/layout/vList5"/>
    <dgm:cxn modelId="{E1F3B9B9-5CE2-4349-9FC8-75889336248F}" type="presParOf" srcId="{B19E2272-3CF5-4480-8429-8E0195D7CD36}" destId="{17A7003A-4B93-4343-A6A5-F29B26AC9151}" srcOrd="1" destOrd="0" presId="urn:microsoft.com/office/officeart/2005/8/layout/vList5"/>
    <dgm:cxn modelId="{3842E785-61DF-4C2B-9377-1F5A95769D94}" type="presParOf" srcId="{B19E2272-3CF5-4480-8429-8E0195D7CD36}" destId="{E763C40A-73BF-4CE6-91D1-300418B85E64}" srcOrd="2" destOrd="0" presId="urn:microsoft.com/office/officeart/2005/8/layout/vList5"/>
    <dgm:cxn modelId="{BC1842B1-B0CD-4E9B-A989-8F20CFBE3816}" type="presParOf" srcId="{E763C40A-73BF-4CE6-91D1-300418B85E64}" destId="{8350E2A8-B932-4789-A347-2F370335E3D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603D80A-F4DE-43D9-B9ED-DA565D17DF8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135F490-1429-4277-83D1-10CD27262824}">
      <dgm:prSet/>
      <dgm:spPr/>
      <dgm:t>
        <a:bodyPr/>
        <a:lstStyle/>
        <a:p>
          <a:r>
            <a:rPr lang="en-US" dirty="0"/>
            <a:t>Create a clear Security.md policy with reporting instructions, supported versions, and response expectations</a:t>
          </a:r>
        </a:p>
      </dgm:t>
    </dgm:pt>
    <dgm:pt modelId="{B81CE5A6-6237-4D25-BEF6-3BCD1DF63227}" type="parTrans" cxnId="{42DCFAB4-F95A-4331-BE94-FF32729AF7AD}">
      <dgm:prSet/>
      <dgm:spPr/>
      <dgm:t>
        <a:bodyPr/>
        <a:lstStyle/>
        <a:p>
          <a:endParaRPr lang="en-US"/>
        </a:p>
      </dgm:t>
    </dgm:pt>
    <dgm:pt modelId="{D22A936C-A69A-46A0-8DC4-595009CA1595}" type="sibTrans" cxnId="{42DCFAB4-F95A-4331-BE94-FF32729AF7AD}">
      <dgm:prSet/>
      <dgm:spPr/>
      <dgm:t>
        <a:bodyPr/>
        <a:lstStyle/>
        <a:p>
          <a:endParaRPr lang="en-US"/>
        </a:p>
      </dgm:t>
    </dgm:pt>
    <dgm:pt modelId="{7AA1F370-FF4C-4FF2-BAE1-8015F90AAD3C}">
      <dgm:prSet/>
      <dgm:spPr/>
      <dgm:t>
        <a:bodyPr/>
        <a:lstStyle/>
        <a:p>
          <a:r>
            <a:rPr lang="en-US"/>
            <a:t>Train devs on secure coding and repo hygiene</a:t>
          </a:r>
        </a:p>
      </dgm:t>
    </dgm:pt>
    <dgm:pt modelId="{19F3A08F-E86C-499A-BB5E-DC48FEFE3EC0}" type="parTrans" cxnId="{BD792868-37FC-4731-B9A0-C36F0D0A56CB}">
      <dgm:prSet/>
      <dgm:spPr/>
      <dgm:t>
        <a:bodyPr/>
        <a:lstStyle/>
        <a:p>
          <a:endParaRPr lang="en-US"/>
        </a:p>
      </dgm:t>
    </dgm:pt>
    <dgm:pt modelId="{E0C20CC4-71B7-4A05-976C-101BA71FF4F9}" type="sibTrans" cxnId="{BD792868-37FC-4731-B9A0-C36F0D0A56CB}">
      <dgm:prSet/>
      <dgm:spPr/>
      <dgm:t>
        <a:bodyPr/>
        <a:lstStyle/>
        <a:p>
          <a:endParaRPr lang="en-US"/>
        </a:p>
      </dgm:t>
    </dgm:pt>
    <dgm:pt modelId="{8998A495-B55B-4858-AC51-346902E9066A}">
      <dgm:prSet/>
      <dgm:spPr/>
      <dgm:t>
        <a:bodyPr/>
        <a:lstStyle/>
        <a:p>
          <a:r>
            <a:rPr lang="en-US"/>
            <a:t>“Educate developers and team members about security best practices and the importance of code protection” (Snyk, n.d.)</a:t>
          </a:r>
        </a:p>
      </dgm:t>
    </dgm:pt>
    <dgm:pt modelId="{1DBE37C9-47AC-4598-ACA7-00DED81F29AD}" type="parTrans" cxnId="{49A43728-3DFF-4153-B4EE-2098F734FC8E}">
      <dgm:prSet/>
      <dgm:spPr/>
      <dgm:t>
        <a:bodyPr/>
        <a:lstStyle/>
        <a:p>
          <a:endParaRPr lang="en-US"/>
        </a:p>
      </dgm:t>
    </dgm:pt>
    <dgm:pt modelId="{C121ED9B-CB51-4F35-AA4F-B0DE501DD6B4}" type="sibTrans" cxnId="{49A43728-3DFF-4153-B4EE-2098F734FC8E}">
      <dgm:prSet/>
      <dgm:spPr/>
      <dgm:t>
        <a:bodyPr/>
        <a:lstStyle/>
        <a:p>
          <a:endParaRPr lang="en-US"/>
        </a:p>
      </dgm:t>
    </dgm:pt>
    <dgm:pt modelId="{D229C6AA-61B8-4DAB-8294-B8158DFC776A}" type="pres">
      <dgm:prSet presAssocID="{0603D80A-F4DE-43D9-B9ED-DA565D17DF8E}" presName="root" presStyleCnt="0">
        <dgm:presLayoutVars>
          <dgm:dir/>
          <dgm:resizeHandles val="exact"/>
        </dgm:presLayoutVars>
      </dgm:prSet>
      <dgm:spPr/>
    </dgm:pt>
    <dgm:pt modelId="{C3346ED3-53B1-4037-BFF7-B29C3E5B5666}" type="pres">
      <dgm:prSet presAssocID="{5135F490-1429-4277-83D1-10CD27262824}" presName="compNode" presStyleCnt="0"/>
      <dgm:spPr/>
    </dgm:pt>
    <dgm:pt modelId="{83C43BA6-4BE3-4698-AE6E-D4354822C27F}" type="pres">
      <dgm:prSet presAssocID="{5135F490-1429-4277-83D1-10CD27262824}" presName="bgRect" presStyleLbl="bgShp" presStyleIdx="0" presStyleCnt="3"/>
      <dgm:spPr/>
    </dgm:pt>
    <dgm:pt modelId="{C17627A0-5428-4C76-AFD9-E8D6972A63AD}" type="pres">
      <dgm:prSet presAssocID="{5135F490-1429-4277-83D1-10CD2726282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A29AF98C-7A3B-44C5-AFA6-0C357FCE6280}" type="pres">
      <dgm:prSet presAssocID="{5135F490-1429-4277-83D1-10CD27262824}" presName="spaceRect" presStyleCnt="0"/>
      <dgm:spPr/>
    </dgm:pt>
    <dgm:pt modelId="{1E2A103E-8EA5-4571-B84A-F36C84DD35B7}" type="pres">
      <dgm:prSet presAssocID="{5135F490-1429-4277-83D1-10CD27262824}" presName="parTx" presStyleLbl="revTx" presStyleIdx="0" presStyleCnt="3">
        <dgm:presLayoutVars>
          <dgm:chMax val="0"/>
          <dgm:chPref val="0"/>
        </dgm:presLayoutVars>
      </dgm:prSet>
      <dgm:spPr/>
    </dgm:pt>
    <dgm:pt modelId="{F960BEED-EC41-4F6F-825E-103AB7853A66}" type="pres">
      <dgm:prSet presAssocID="{D22A936C-A69A-46A0-8DC4-595009CA1595}" presName="sibTrans" presStyleCnt="0"/>
      <dgm:spPr/>
    </dgm:pt>
    <dgm:pt modelId="{7C22CD86-1D94-4569-9421-A43BF85A1A97}" type="pres">
      <dgm:prSet presAssocID="{7AA1F370-FF4C-4FF2-BAE1-8015F90AAD3C}" presName="compNode" presStyleCnt="0"/>
      <dgm:spPr/>
    </dgm:pt>
    <dgm:pt modelId="{7551B14C-4D3A-494E-AFD5-77195EE181F8}" type="pres">
      <dgm:prSet presAssocID="{7AA1F370-FF4C-4FF2-BAE1-8015F90AAD3C}" presName="bgRect" presStyleLbl="bgShp" presStyleIdx="1" presStyleCnt="3"/>
      <dgm:spPr/>
    </dgm:pt>
    <dgm:pt modelId="{99FC5746-76B1-48EE-B8A7-BD050A465EBD}" type="pres">
      <dgm:prSet presAssocID="{7AA1F370-FF4C-4FF2-BAE1-8015F90AAD3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75FC31A-EAD6-409C-BC3E-33BD5894AE61}" type="pres">
      <dgm:prSet presAssocID="{7AA1F370-FF4C-4FF2-BAE1-8015F90AAD3C}" presName="spaceRect" presStyleCnt="0"/>
      <dgm:spPr/>
    </dgm:pt>
    <dgm:pt modelId="{0F21409E-1F0D-479F-85A2-F9462E508D7F}" type="pres">
      <dgm:prSet presAssocID="{7AA1F370-FF4C-4FF2-BAE1-8015F90AAD3C}" presName="parTx" presStyleLbl="revTx" presStyleIdx="1" presStyleCnt="3">
        <dgm:presLayoutVars>
          <dgm:chMax val="0"/>
          <dgm:chPref val="0"/>
        </dgm:presLayoutVars>
      </dgm:prSet>
      <dgm:spPr/>
    </dgm:pt>
    <dgm:pt modelId="{D2F76C34-DFF5-480B-9D7E-E580CC8D1F95}" type="pres">
      <dgm:prSet presAssocID="{E0C20CC4-71B7-4A05-976C-101BA71FF4F9}" presName="sibTrans" presStyleCnt="0"/>
      <dgm:spPr/>
    </dgm:pt>
    <dgm:pt modelId="{4D5DE285-507C-48A4-8100-79E703B126B1}" type="pres">
      <dgm:prSet presAssocID="{8998A495-B55B-4858-AC51-346902E9066A}" presName="compNode" presStyleCnt="0"/>
      <dgm:spPr/>
    </dgm:pt>
    <dgm:pt modelId="{873A7D25-CD20-4086-BAEF-438576E42047}" type="pres">
      <dgm:prSet presAssocID="{8998A495-B55B-4858-AC51-346902E9066A}" presName="bgRect" presStyleLbl="bgShp" presStyleIdx="2" presStyleCnt="3"/>
      <dgm:spPr/>
    </dgm:pt>
    <dgm:pt modelId="{CC4149A8-AA8A-42BB-B65B-D1FF85626279}" type="pres">
      <dgm:prSet presAssocID="{8998A495-B55B-4858-AC51-346902E9066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5D7D8E37-00FD-491F-AE24-295EA9316D8E}" type="pres">
      <dgm:prSet presAssocID="{8998A495-B55B-4858-AC51-346902E9066A}" presName="spaceRect" presStyleCnt="0"/>
      <dgm:spPr/>
    </dgm:pt>
    <dgm:pt modelId="{F4A71628-7BD2-483C-9CCD-47EC7C67EE6E}" type="pres">
      <dgm:prSet presAssocID="{8998A495-B55B-4858-AC51-346902E9066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9A43728-3DFF-4153-B4EE-2098F734FC8E}" srcId="{0603D80A-F4DE-43D9-B9ED-DA565D17DF8E}" destId="{8998A495-B55B-4858-AC51-346902E9066A}" srcOrd="2" destOrd="0" parTransId="{1DBE37C9-47AC-4598-ACA7-00DED81F29AD}" sibTransId="{C121ED9B-CB51-4F35-AA4F-B0DE501DD6B4}"/>
    <dgm:cxn modelId="{705A473F-62FE-4A91-A7A1-F5BFECC9F0C5}" type="presOf" srcId="{7AA1F370-FF4C-4FF2-BAE1-8015F90AAD3C}" destId="{0F21409E-1F0D-479F-85A2-F9462E508D7F}" srcOrd="0" destOrd="0" presId="urn:microsoft.com/office/officeart/2018/2/layout/IconVerticalSolidList"/>
    <dgm:cxn modelId="{79D30368-4875-49DF-95C5-EB5AB329470E}" type="presOf" srcId="{0603D80A-F4DE-43D9-B9ED-DA565D17DF8E}" destId="{D229C6AA-61B8-4DAB-8294-B8158DFC776A}" srcOrd="0" destOrd="0" presId="urn:microsoft.com/office/officeart/2018/2/layout/IconVerticalSolidList"/>
    <dgm:cxn modelId="{BD792868-37FC-4731-B9A0-C36F0D0A56CB}" srcId="{0603D80A-F4DE-43D9-B9ED-DA565D17DF8E}" destId="{7AA1F370-FF4C-4FF2-BAE1-8015F90AAD3C}" srcOrd="1" destOrd="0" parTransId="{19F3A08F-E86C-499A-BB5E-DC48FEFE3EC0}" sibTransId="{E0C20CC4-71B7-4A05-976C-101BA71FF4F9}"/>
    <dgm:cxn modelId="{6DD5E776-BAF5-45B3-97C1-DC56A1DD9C5A}" type="presOf" srcId="{5135F490-1429-4277-83D1-10CD27262824}" destId="{1E2A103E-8EA5-4571-B84A-F36C84DD35B7}" srcOrd="0" destOrd="0" presId="urn:microsoft.com/office/officeart/2018/2/layout/IconVerticalSolidList"/>
    <dgm:cxn modelId="{42DCFAB4-F95A-4331-BE94-FF32729AF7AD}" srcId="{0603D80A-F4DE-43D9-B9ED-DA565D17DF8E}" destId="{5135F490-1429-4277-83D1-10CD27262824}" srcOrd="0" destOrd="0" parTransId="{B81CE5A6-6237-4D25-BEF6-3BCD1DF63227}" sibTransId="{D22A936C-A69A-46A0-8DC4-595009CA1595}"/>
    <dgm:cxn modelId="{C914EEE0-5D0E-429D-9C1C-CCE89F833599}" type="presOf" srcId="{8998A495-B55B-4858-AC51-346902E9066A}" destId="{F4A71628-7BD2-483C-9CCD-47EC7C67EE6E}" srcOrd="0" destOrd="0" presId="urn:microsoft.com/office/officeart/2018/2/layout/IconVerticalSolidList"/>
    <dgm:cxn modelId="{3AA0AE52-6AD7-4E72-9E31-D6002E72E31B}" type="presParOf" srcId="{D229C6AA-61B8-4DAB-8294-B8158DFC776A}" destId="{C3346ED3-53B1-4037-BFF7-B29C3E5B5666}" srcOrd="0" destOrd="0" presId="urn:microsoft.com/office/officeart/2018/2/layout/IconVerticalSolidList"/>
    <dgm:cxn modelId="{D0A57827-BBDB-4676-BCCC-47C0AAF5E480}" type="presParOf" srcId="{C3346ED3-53B1-4037-BFF7-B29C3E5B5666}" destId="{83C43BA6-4BE3-4698-AE6E-D4354822C27F}" srcOrd="0" destOrd="0" presId="urn:microsoft.com/office/officeart/2018/2/layout/IconVerticalSolidList"/>
    <dgm:cxn modelId="{7CB40C26-C1D0-432B-9883-6DDC2E43EAF2}" type="presParOf" srcId="{C3346ED3-53B1-4037-BFF7-B29C3E5B5666}" destId="{C17627A0-5428-4C76-AFD9-E8D6972A63AD}" srcOrd="1" destOrd="0" presId="urn:microsoft.com/office/officeart/2018/2/layout/IconVerticalSolidList"/>
    <dgm:cxn modelId="{94A900D0-BC8B-4CE1-ADFA-7AC7E8DDF0A3}" type="presParOf" srcId="{C3346ED3-53B1-4037-BFF7-B29C3E5B5666}" destId="{A29AF98C-7A3B-44C5-AFA6-0C357FCE6280}" srcOrd="2" destOrd="0" presId="urn:microsoft.com/office/officeart/2018/2/layout/IconVerticalSolidList"/>
    <dgm:cxn modelId="{233A6F9C-C8F2-4A65-B5D0-87EE899903B4}" type="presParOf" srcId="{C3346ED3-53B1-4037-BFF7-B29C3E5B5666}" destId="{1E2A103E-8EA5-4571-B84A-F36C84DD35B7}" srcOrd="3" destOrd="0" presId="urn:microsoft.com/office/officeart/2018/2/layout/IconVerticalSolidList"/>
    <dgm:cxn modelId="{8B987AD3-D21E-40E3-B9E0-66AAF17B8B05}" type="presParOf" srcId="{D229C6AA-61B8-4DAB-8294-B8158DFC776A}" destId="{F960BEED-EC41-4F6F-825E-103AB7853A66}" srcOrd="1" destOrd="0" presId="urn:microsoft.com/office/officeart/2018/2/layout/IconVerticalSolidList"/>
    <dgm:cxn modelId="{974406C0-5B27-40FD-BA0D-426DA8A505B9}" type="presParOf" srcId="{D229C6AA-61B8-4DAB-8294-B8158DFC776A}" destId="{7C22CD86-1D94-4569-9421-A43BF85A1A97}" srcOrd="2" destOrd="0" presId="urn:microsoft.com/office/officeart/2018/2/layout/IconVerticalSolidList"/>
    <dgm:cxn modelId="{93143C60-1703-4D33-BE82-1BBFD6C90965}" type="presParOf" srcId="{7C22CD86-1D94-4569-9421-A43BF85A1A97}" destId="{7551B14C-4D3A-494E-AFD5-77195EE181F8}" srcOrd="0" destOrd="0" presId="urn:microsoft.com/office/officeart/2018/2/layout/IconVerticalSolidList"/>
    <dgm:cxn modelId="{34802323-B159-4B1E-A1EF-2A2EB4E06056}" type="presParOf" srcId="{7C22CD86-1D94-4569-9421-A43BF85A1A97}" destId="{99FC5746-76B1-48EE-B8A7-BD050A465EBD}" srcOrd="1" destOrd="0" presId="urn:microsoft.com/office/officeart/2018/2/layout/IconVerticalSolidList"/>
    <dgm:cxn modelId="{1E2654CB-9E96-4DD0-968C-D342B15466C5}" type="presParOf" srcId="{7C22CD86-1D94-4569-9421-A43BF85A1A97}" destId="{F75FC31A-EAD6-409C-BC3E-33BD5894AE61}" srcOrd="2" destOrd="0" presId="urn:microsoft.com/office/officeart/2018/2/layout/IconVerticalSolidList"/>
    <dgm:cxn modelId="{967F69C1-C1AA-4D2F-A1BE-9DD4E4B03579}" type="presParOf" srcId="{7C22CD86-1D94-4569-9421-A43BF85A1A97}" destId="{0F21409E-1F0D-479F-85A2-F9462E508D7F}" srcOrd="3" destOrd="0" presId="urn:microsoft.com/office/officeart/2018/2/layout/IconVerticalSolidList"/>
    <dgm:cxn modelId="{3831EDBC-7FE0-4C3B-B56E-F2B6B51567DB}" type="presParOf" srcId="{D229C6AA-61B8-4DAB-8294-B8158DFC776A}" destId="{D2F76C34-DFF5-480B-9D7E-E580CC8D1F95}" srcOrd="3" destOrd="0" presId="urn:microsoft.com/office/officeart/2018/2/layout/IconVerticalSolidList"/>
    <dgm:cxn modelId="{D84A287C-0A13-4CDC-9872-6F3F4959BC15}" type="presParOf" srcId="{D229C6AA-61B8-4DAB-8294-B8158DFC776A}" destId="{4D5DE285-507C-48A4-8100-79E703B126B1}" srcOrd="4" destOrd="0" presId="urn:microsoft.com/office/officeart/2018/2/layout/IconVerticalSolidList"/>
    <dgm:cxn modelId="{98F7C694-51C1-4B46-B9CF-C40E68A79CCF}" type="presParOf" srcId="{4D5DE285-507C-48A4-8100-79E703B126B1}" destId="{873A7D25-CD20-4086-BAEF-438576E42047}" srcOrd="0" destOrd="0" presId="urn:microsoft.com/office/officeart/2018/2/layout/IconVerticalSolidList"/>
    <dgm:cxn modelId="{D1C7AD6D-7FBD-458B-B81F-373EE3F9390F}" type="presParOf" srcId="{4D5DE285-507C-48A4-8100-79E703B126B1}" destId="{CC4149A8-AA8A-42BB-B65B-D1FF85626279}" srcOrd="1" destOrd="0" presId="urn:microsoft.com/office/officeart/2018/2/layout/IconVerticalSolidList"/>
    <dgm:cxn modelId="{14C37577-EA1D-48D0-983A-EB3E4845196F}" type="presParOf" srcId="{4D5DE285-507C-48A4-8100-79E703B126B1}" destId="{5D7D8E37-00FD-491F-AE24-295EA9316D8E}" srcOrd="2" destOrd="0" presId="urn:microsoft.com/office/officeart/2018/2/layout/IconVerticalSolidList"/>
    <dgm:cxn modelId="{386B777F-350C-4625-9B83-058EC3B4836A}" type="presParOf" srcId="{4D5DE285-507C-48A4-8100-79E703B126B1}" destId="{F4A71628-7BD2-483C-9CCD-47EC7C67EE6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A2B51F7-1E01-4825-97A8-F66532EC1C8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F358D78-6C91-47DB-9818-1600E6E23E5A}">
      <dgm:prSet/>
      <dgm:spPr/>
      <dgm:t>
        <a:bodyPr/>
        <a:lstStyle/>
        <a:p>
          <a:r>
            <a:rPr lang="en-US"/>
            <a:t>Security is a shared responsibility</a:t>
          </a:r>
        </a:p>
      </dgm:t>
    </dgm:pt>
    <dgm:pt modelId="{03C9722C-E6DC-4473-94CA-115531026565}" type="parTrans" cxnId="{CA09ACFC-59CE-4565-A569-CAD53D2421ED}">
      <dgm:prSet/>
      <dgm:spPr/>
      <dgm:t>
        <a:bodyPr/>
        <a:lstStyle/>
        <a:p>
          <a:endParaRPr lang="en-US"/>
        </a:p>
      </dgm:t>
    </dgm:pt>
    <dgm:pt modelId="{8588B37F-63DB-4F28-B906-1D975E0BECE0}" type="sibTrans" cxnId="{CA09ACFC-59CE-4565-A569-CAD53D2421ED}">
      <dgm:prSet/>
      <dgm:spPr/>
      <dgm:t>
        <a:bodyPr/>
        <a:lstStyle/>
        <a:p>
          <a:endParaRPr lang="en-US"/>
        </a:p>
      </dgm:t>
    </dgm:pt>
    <dgm:pt modelId="{DDDC51BE-D44B-442E-8481-1E50A806EBF9}">
      <dgm:prSet/>
      <dgm:spPr/>
      <dgm:t>
        <a:bodyPr/>
        <a:lstStyle/>
        <a:p>
          <a:r>
            <a:rPr lang="en-US"/>
            <a:t>Repos are collaborative spaces, but they need boundaries</a:t>
          </a:r>
        </a:p>
      </dgm:t>
    </dgm:pt>
    <dgm:pt modelId="{5B5AEF12-03C7-4723-AD68-D75FE721572C}" type="parTrans" cxnId="{CEEF6CBE-0E6C-4224-BB44-FE793614306B}">
      <dgm:prSet/>
      <dgm:spPr/>
      <dgm:t>
        <a:bodyPr/>
        <a:lstStyle/>
        <a:p>
          <a:endParaRPr lang="en-US"/>
        </a:p>
      </dgm:t>
    </dgm:pt>
    <dgm:pt modelId="{AA76A624-BB6C-4811-8AFF-9159732DBD84}" type="sibTrans" cxnId="{CEEF6CBE-0E6C-4224-BB44-FE793614306B}">
      <dgm:prSet/>
      <dgm:spPr/>
      <dgm:t>
        <a:bodyPr/>
        <a:lstStyle/>
        <a:p>
          <a:endParaRPr lang="en-US"/>
        </a:p>
      </dgm:t>
    </dgm:pt>
    <dgm:pt modelId="{2EB227DF-F237-4D10-A69C-AB6A5C0D9B23}">
      <dgm:prSet/>
      <dgm:spPr/>
      <dgm:t>
        <a:bodyPr/>
        <a:lstStyle/>
        <a:p>
          <a:r>
            <a:rPr lang="en-US"/>
            <a:t>“Securing your code repositories is essential to protecting intellectual property, preventing data breaches, and ensuring the integrity of your software supply chain” (Harness, 2025)</a:t>
          </a:r>
        </a:p>
      </dgm:t>
    </dgm:pt>
    <dgm:pt modelId="{87776D13-0C16-4E6B-AA9E-AAAB5501E93A}" type="parTrans" cxnId="{8A97C70F-B36C-420B-BC12-8EAC3379624F}">
      <dgm:prSet/>
      <dgm:spPr/>
      <dgm:t>
        <a:bodyPr/>
        <a:lstStyle/>
        <a:p>
          <a:endParaRPr lang="en-US"/>
        </a:p>
      </dgm:t>
    </dgm:pt>
    <dgm:pt modelId="{AE136498-762A-4ED8-A9E7-9B7777E6C53B}" type="sibTrans" cxnId="{8A97C70F-B36C-420B-BC12-8EAC3379624F}">
      <dgm:prSet/>
      <dgm:spPr/>
      <dgm:t>
        <a:bodyPr/>
        <a:lstStyle/>
        <a:p>
          <a:endParaRPr lang="en-US"/>
        </a:p>
      </dgm:t>
    </dgm:pt>
    <dgm:pt modelId="{172A3F4E-804B-4F74-8041-FA53B8F46DEC}" type="pres">
      <dgm:prSet presAssocID="{AA2B51F7-1E01-4825-97A8-F66532EC1C82}" presName="vert0" presStyleCnt="0">
        <dgm:presLayoutVars>
          <dgm:dir/>
          <dgm:animOne val="branch"/>
          <dgm:animLvl val="lvl"/>
        </dgm:presLayoutVars>
      </dgm:prSet>
      <dgm:spPr/>
    </dgm:pt>
    <dgm:pt modelId="{A78C9170-4880-415C-B194-9AE91EE83157}" type="pres">
      <dgm:prSet presAssocID="{4F358D78-6C91-47DB-9818-1600E6E23E5A}" presName="thickLine" presStyleLbl="alignNode1" presStyleIdx="0" presStyleCnt="3"/>
      <dgm:spPr/>
    </dgm:pt>
    <dgm:pt modelId="{672B08E8-19AB-4455-A8E4-1F63CFE8D823}" type="pres">
      <dgm:prSet presAssocID="{4F358D78-6C91-47DB-9818-1600E6E23E5A}" presName="horz1" presStyleCnt="0"/>
      <dgm:spPr/>
    </dgm:pt>
    <dgm:pt modelId="{835B533E-36F3-4BBF-9E2E-6DD025FE1368}" type="pres">
      <dgm:prSet presAssocID="{4F358D78-6C91-47DB-9818-1600E6E23E5A}" presName="tx1" presStyleLbl="revTx" presStyleIdx="0" presStyleCnt="3"/>
      <dgm:spPr/>
    </dgm:pt>
    <dgm:pt modelId="{7A77244A-5AB2-4236-872B-9983C1431368}" type="pres">
      <dgm:prSet presAssocID="{4F358D78-6C91-47DB-9818-1600E6E23E5A}" presName="vert1" presStyleCnt="0"/>
      <dgm:spPr/>
    </dgm:pt>
    <dgm:pt modelId="{A41C767C-19F3-4CD5-9F73-7E4CC6CE3A04}" type="pres">
      <dgm:prSet presAssocID="{DDDC51BE-D44B-442E-8481-1E50A806EBF9}" presName="thickLine" presStyleLbl="alignNode1" presStyleIdx="1" presStyleCnt="3"/>
      <dgm:spPr/>
    </dgm:pt>
    <dgm:pt modelId="{820C52E2-C2F4-4D54-91A8-89841805A063}" type="pres">
      <dgm:prSet presAssocID="{DDDC51BE-D44B-442E-8481-1E50A806EBF9}" presName="horz1" presStyleCnt="0"/>
      <dgm:spPr/>
    </dgm:pt>
    <dgm:pt modelId="{3580D835-2D7B-4590-99A9-BEEC38F032DC}" type="pres">
      <dgm:prSet presAssocID="{DDDC51BE-D44B-442E-8481-1E50A806EBF9}" presName="tx1" presStyleLbl="revTx" presStyleIdx="1" presStyleCnt="3"/>
      <dgm:spPr/>
    </dgm:pt>
    <dgm:pt modelId="{FC3E8388-2F70-4DE6-AA6E-158C82913B9C}" type="pres">
      <dgm:prSet presAssocID="{DDDC51BE-D44B-442E-8481-1E50A806EBF9}" presName="vert1" presStyleCnt="0"/>
      <dgm:spPr/>
    </dgm:pt>
    <dgm:pt modelId="{C72A54F2-8797-42D9-9FC0-0E8956CC92A0}" type="pres">
      <dgm:prSet presAssocID="{2EB227DF-F237-4D10-A69C-AB6A5C0D9B23}" presName="thickLine" presStyleLbl="alignNode1" presStyleIdx="2" presStyleCnt="3"/>
      <dgm:spPr/>
    </dgm:pt>
    <dgm:pt modelId="{C65A6328-24D3-44DA-95A8-0810D61127BC}" type="pres">
      <dgm:prSet presAssocID="{2EB227DF-F237-4D10-A69C-AB6A5C0D9B23}" presName="horz1" presStyleCnt="0"/>
      <dgm:spPr/>
    </dgm:pt>
    <dgm:pt modelId="{B7EA8C1D-9DA4-49C6-92DD-C86955229E97}" type="pres">
      <dgm:prSet presAssocID="{2EB227DF-F237-4D10-A69C-AB6A5C0D9B23}" presName="tx1" presStyleLbl="revTx" presStyleIdx="2" presStyleCnt="3"/>
      <dgm:spPr/>
    </dgm:pt>
    <dgm:pt modelId="{A9D85853-A162-4759-8A7A-754BD69966BA}" type="pres">
      <dgm:prSet presAssocID="{2EB227DF-F237-4D10-A69C-AB6A5C0D9B23}" presName="vert1" presStyleCnt="0"/>
      <dgm:spPr/>
    </dgm:pt>
  </dgm:ptLst>
  <dgm:cxnLst>
    <dgm:cxn modelId="{84255A09-9DCD-4995-9527-C2B8CE5963E5}" type="presOf" srcId="{4F358D78-6C91-47DB-9818-1600E6E23E5A}" destId="{835B533E-36F3-4BBF-9E2E-6DD025FE1368}" srcOrd="0" destOrd="0" presId="urn:microsoft.com/office/officeart/2008/layout/LinedList"/>
    <dgm:cxn modelId="{8A97C70F-B36C-420B-BC12-8EAC3379624F}" srcId="{AA2B51F7-1E01-4825-97A8-F66532EC1C82}" destId="{2EB227DF-F237-4D10-A69C-AB6A5C0D9B23}" srcOrd="2" destOrd="0" parTransId="{87776D13-0C16-4E6B-AA9E-AAAB5501E93A}" sibTransId="{AE136498-762A-4ED8-A9E7-9B7777E6C53B}"/>
    <dgm:cxn modelId="{B3F3C46B-C20D-4276-9E1E-BEDC3A13510F}" type="presOf" srcId="{DDDC51BE-D44B-442E-8481-1E50A806EBF9}" destId="{3580D835-2D7B-4590-99A9-BEEC38F032DC}" srcOrd="0" destOrd="0" presId="urn:microsoft.com/office/officeart/2008/layout/LinedList"/>
    <dgm:cxn modelId="{D6E381B2-8FE1-4776-A5BC-4A2AE206925D}" type="presOf" srcId="{2EB227DF-F237-4D10-A69C-AB6A5C0D9B23}" destId="{B7EA8C1D-9DA4-49C6-92DD-C86955229E97}" srcOrd="0" destOrd="0" presId="urn:microsoft.com/office/officeart/2008/layout/LinedList"/>
    <dgm:cxn modelId="{CEEF6CBE-0E6C-4224-BB44-FE793614306B}" srcId="{AA2B51F7-1E01-4825-97A8-F66532EC1C82}" destId="{DDDC51BE-D44B-442E-8481-1E50A806EBF9}" srcOrd="1" destOrd="0" parTransId="{5B5AEF12-03C7-4723-AD68-D75FE721572C}" sibTransId="{AA76A624-BB6C-4811-8AFF-9159732DBD84}"/>
    <dgm:cxn modelId="{1786AED6-7723-4009-92BE-EDF4F110E484}" type="presOf" srcId="{AA2B51F7-1E01-4825-97A8-F66532EC1C82}" destId="{172A3F4E-804B-4F74-8041-FA53B8F46DEC}" srcOrd="0" destOrd="0" presId="urn:microsoft.com/office/officeart/2008/layout/LinedList"/>
    <dgm:cxn modelId="{CA09ACFC-59CE-4565-A569-CAD53D2421ED}" srcId="{AA2B51F7-1E01-4825-97A8-F66532EC1C82}" destId="{4F358D78-6C91-47DB-9818-1600E6E23E5A}" srcOrd="0" destOrd="0" parTransId="{03C9722C-E6DC-4473-94CA-115531026565}" sibTransId="{8588B37F-63DB-4F28-B906-1D975E0BECE0}"/>
    <dgm:cxn modelId="{D25C66B7-6FEE-45EE-8722-8791E75E3C81}" type="presParOf" srcId="{172A3F4E-804B-4F74-8041-FA53B8F46DEC}" destId="{A78C9170-4880-415C-B194-9AE91EE83157}" srcOrd="0" destOrd="0" presId="urn:microsoft.com/office/officeart/2008/layout/LinedList"/>
    <dgm:cxn modelId="{4CF06FCB-51FC-4801-ADA9-592D0780258A}" type="presParOf" srcId="{172A3F4E-804B-4F74-8041-FA53B8F46DEC}" destId="{672B08E8-19AB-4455-A8E4-1F63CFE8D823}" srcOrd="1" destOrd="0" presId="urn:microsoft.com/office/officeart/2008/layout/LinedList"/>
    <dgm:cxn modelId="{DC0A4E9F-4C25-48C4-A357-C88E3C216CA2}" type="presParOf" srcId="{672B08E8-19AB-4455-A8E4-1F63CFE8D823}" destId="{835B533E-36F3-4BBF-9E2E-6DD025FE1368}" srcOrd="0" destOrd="0" presId="urn:microsoft.com/office/officeart/2008/layout/LinedList"/>
    <dgm:cxn modelId="{F3D90779-884E-4C14-949A-4D983F6BA645}" type="presParOf" srcId="{672B08E8-19AB-4455-A8E4-1F63CFE8D823}" destId="{7A77244A-5AB2-4236-872B-9983C1431368}" srcOrd="1" destOrd="0" presId="urn:microsoft.com/office/officeart/2008/layout/LinedList"/>
    <dgm:cxn modelId="{61828B1D-1CA3-4204-8C78-7B9460625E30}" type="presParOf" srcId="{172A3F4E-804B-4F74-8041-FA53B8F46DEC}" destId="{A41C767C-19F3-4CD5-9F73-7E4CC6CE3A04}" srcOrd="2" destOrd="0" presId="urn:microsoft.com/office/officeart/2008/layout/LinedList"/>
    <dgm:cxn modelId="{95DACF9A-717D-4774-A869-B997AFA84729}" type="presParOf" srcId="{172A3F4E-804B-4F74-8041-FA53B8F46DEC}" destId="{820C52E2-C2F4-4D54-91A8-89841805A063}" srcOrd="3" destOrd="0" presId="urn:microsoft.com/office/officeart/2008/layout/LinedList"/>
    <dgm:cxn modelId="{DB9B60B2-08CA-4EA5-B230-4DBFCA53639D}" type="presParOf" srcId="{820C52E2-C2F4-4D54-91A8-89841805A063}" destId="{3580D835-2D7B-4590-99A9-BEEC38F032DC}" srcOrd="0" destOrd="0" presId="urn:microsoft.com/office/officeart/2008/layout/LinedList"/>
    <dgm:cxn modelId="{688A5EDB-A1A5-4123-8680-2172F158B975}" type="presParOf" srcId="{820C52E2-C2F4-4D54-91A8-89841805A063}" destId="{FC3E8388-2F70-4DE6-AA6E-158C82913B9C}" srcOrd="1" destOrd="0" presId="urn:microsoft.com/office/officeart/2008/layout/LinedList"/>
    <dgm:cxn modelId="{AEA1CA3C-D377-4ABC-9003-9E4018FAFCE0}" type="presParOf" srcId="{172A3F4E-804B-4F74-8041-FA53B8F46DEC}" destId="{C72A54F2-8797-42D9-9FC0-0E8956CC92A0}" srcOrd="4" destOrd="0" presId="urn:microsoft.com/office/officeart/2008/layout/LinedList"/>
    <dgm:cxn modelId="{F44FDE26-1BF0-4F23-8919-79CC72EDFAFA}" type="presParOf" srcId="{172A3F4E-804B-4F74-8041-FA53B8F46DEC}" destId="{C65A6328-24D3-44DA-95A8-0810D61127BC}" srcOrd="5" destOrd="0" presId="urn:microsoft.com/office/officeart/2008/layout/LinedList"/>
    <dgm:cxn modelId="{E19C42C2-96CB-430B-942A-9FC78199AFD0}" type="presParOf" srcId="{C65A6328-24D3-44DA-95A8-0810D61127BC}" destId="{B7EA8C1D-9DA4-49C6-92DD-C86955229E97}" srcOrd="0" destOrd="0" presId="urn:microsoft.com/office/officeart/2008/layout/LinedList"/>
    <dgm:cxn modelId="{75D4D040-23DE-4CD4-A656-85F6011E978F}" type="presParOf" srcId="{C65A6328-24D3-44DA-95A8-0810D61127BC}" destId="{A9D85853-A162-4759-8A7A-754BD69966B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E12DE95-5244-428A-BE00-852064822D69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7F989FD-49F2-4A0A-AF5C-5EC2E987BA8C}">
      <dgm:prSet/>
      <dgm:spPr/>
      <dgm:t>
        <a:bodyPr/>
        <a:lstStyle/>
        <a:p>
          <a:r>
            <a:rPr lang="en-US"/>
            <a:t>Harness. (2025). Best Practices for Securing Code Repositories. Harness DevOps Academy</a:t>
          </a:r>
        </a:p>
      </dgm:t>
    </dgm:pt>
    <dgm:pt modelId="{08AB1975-7F9F-4C96-970F-3830DC4B2B64}" type="parTrans" cxnId="{EFB038BB-B881-469F-8EDE-B2DE3B3DB7BC}">
      <dgm:prSet/>
      <dgm:spPr/>
      <dgm:t>
        <a:bodyPr/>
        <a:lstStyle/>
        <a:p>
          <a:endParaRPr lang="en-US"/>
        </a:p>
      </dgm:t>
    </dgm:pt>
    <dgm:pt modelId="{1FC00EB3-F57E-494C-A82D-7962BC10E3E9}" type="sibTrans" cxnId="{EFB038BB-B881-469F-8EDE-B2DE3B3DB7BC}">
      <dgm:prSet/>
      <dgm:spPr/>
      <dgm:t>
        <a:bodyPr/>
        <a:lstStyle/>
        <a:p>
          <a:endParaRPr lang="en-US"/>
        </a:p>
      </dgm:t>
    </dgm:pt>
    <dgm:pt modelId="{291BDA20-A103-403E-B675-9314B6D6328D}">
      <dgm:prSet/>
      <dgm:spPr/>
      <dgm:t>
        <a:bodyPr/>
        <a:lstStyle/>
        <a:p>
          <a:r>
            <a:rPr lang="en-US" dirty="0" err="1"/>
            <a:t>Snyk</a:t>
          </a:r>
          <a:r>
            <a:rPr lang="en-US" dirty="0"/>
            <a:t>. (n.d.). Securing Source Code in Repositories is Essential: How To Get Started. </a:t>
          </a:r>
          <a:r>
            <a:rPr lang="en-US" dirty="0" err="1"/>
            <a:t>Snyk</a:t>
          </a:r>
          <a:r>
            <a:rPr lang="en-US" dirty="0"/>
            <a:t> Security Guide</a:t>
          </a:r>
        </a:p>
      </dgm:t>
    </dgm:pt>
    <dgm:pt modelId="{01B9B1B6-9571-4B41-8ACA-62D1872F515B}" type="parTrans" cxnId="{FC096F3B-6121-415E-AA63-FA77DBC950B7}">
      <dgm:prSet/>
      <dgm:spPr/>
      <dgm:t>
        <a:bodyPr/>
        <a:lstStyle/>
        <a:p>
          <a:endParaRPr lang="en-US"/>
        </a:p>
      </dgm:t>
    </dgm:pt>
    <dgm:pt modelId="{7720EC2F-877C-4C63-BA3A-7C96DB754E7E}" type="sibTrans" cxnId="{FC096F3B-6121-415E-AA63-FA77DBC950B7}">
      <dgm:prSet/>
      <dgm:spPr/>
      <dgm:t>
        <a:bodyPr/>
        <a:lstStyle/>
        <a:p>
          <a:endParaRPr lang="en-US"/>
        </a:p>
      </dgm:t>
    </dgm:pt>
    <dgm:pt modelId="{529F4DAA-1B9F-41F4-8F8C-DAC4AE64192E}">
      <dgm:prSet/>
      <dgm:spPr/>
      <dgm:t>
        <a:bodyPr/>
        <a:lstStyle/>
        <a:p>
          <a:r>
            <a:rPr lang="en-US" dirty="0"/>
            <a:t>SecurityPatterns.io.. (n.d.). How to Write A Security Pattern: Source Code Management. Security Patterns</a:t>
          </a:r>
        </a:p>
      </dgm:t>
    </dgm:pt>
    <dgm:pt modelId="{CC691641-E930-42A9-B0D0-A6088A35C87A}" type="parTrans" cxnId="{9CEFC8D1-2083-4F82-A5D7-5DEE5F5C8C27}">
      <dgm:prSet/>
      <dgm:spPr/>
      <dgm:t>
        <a:bodyPr/>
        <a:lstStyle/>
        <a:p>
          <a:endParaRPr lang="en-US"/>
        </a:p>
      </dgm:t>
    </dgm:pt>
    <dgm:pt modelId="{DA0BF765-B4E3-4DE2-A13A-ADDED6F84CD6}" type="sibTrans" cxnId="{9CEFC8D1-2083-4F82-A5D7-5DEE5F5C8C27}">
      <dgm:prSet/>
      <dgm:spPr/>
      <dgm:t>
        <a:bodyPr/>
        <a:lstStyle/>
        <a:p>
          <a:endParaRPr lang="en-US"/>
        </a:p>
      </dgm:t>
    </dgm:pt>
    <dgm:pt modelId="{605FBB9B-F573-44C8-AF37-918B86C88CC7}" type="pres">
      <dgm:prSet presAssocID="{0E12DE95-5244-428A-BE00-852064822D69}" presName="vert0" presStyleCnt="0">
        <dgm:presLayoutVars>
          <dgm:dir/>
          <dgm:animOne val="branch"/>
          <dgm:animLvl val="lvl"/>
        </dgm:presLayoutVars>
      </dgm:prSet>
      <dgm:spPr/>
    </dgm:pt>
    <dgm:pt modelId="{D485C181-90D3-4941-ACDB-5ACBBE24B1E4}" type="pres">
      <dgm:prSet presAssocID="{F7F989FD-49F2-4A0A-AF5C-5EC2E987BA8C}" presName="thickLine" presStyleLbl="alignNode1" presStyleIdx="0" presStyleCnt="3"/>
      <dgm:spPr/>
    </dgm:pt>
    <dgm:pt modelId="{0AA269B5-0798-4568-A023-858A051CCF2C}" type="pres">
      <dgm:prSet presAssocID="{F7F989FD-49F2-4A0A-AF5C-5EC2E987BA8C}" presName="horz1" presStyleCnt="0"/>
      <dgm:spPr/>
    </dgm:pt>
    <dgm:pt modelId="{881B4754-4BDD-4030-BEB0-08DEDF63F8A9}" type="pres">
      <dgm:prSet presAssocID="{F7F989FD-49F2-4A0A-AF5C-5EC2E987BA8C}" presName="tx1" presStyleLbl="revTx" presStyleIdx="0" presStyleCnt="3"/>
      <dgm:spPr/>
    </dgm:pt>
    <dgm:pt modelId="{DBD35018-E3DC-4138-A2D2-B03E22B635CE}" type="pres">
      <dgm:prSet presAssocID="{F7F989FD-49F2-4A0A-AF5C-5EC2E987BA8C}" presName="vert1" presStyleCnt="0"/>
      <dgm:spPr/>
    </dgm:pt>
    <dgm:pt modelId="{C8247194-88D7-407E-8804-4FB0E903FCC0}" type="pres">
      <dgm:prSet presAssocID="{291BDA20-A103-403E-B675-9314B6D6328D}" presName="thickLine" presStyleLbl="alignNode1" presStyleIdx="1" presStyleCnt="3"/>
      <dgm:spPr/>
    </dgm:pt>
    <dgm:pt modelId="{355F3D83-5F59-4C7E-9657-898E74BDD529}" type="pres">
      <dgm:prSet presAssocID="{291BDA20-A103-403E-B675-9314B6D6328D}" presName="horz1" presStyleCnt="0"/>
      <dgm:spPr/>
    </dgm:pt>
    <dgm:pt modelId="{98E390E3-F1D5-482B-98E5-B88D460075D6}" type="pres">
      <dgm:prSet presAssocID="{291BDA20-A103-403E-B675-9314B6D6328D}" presName="tx1" presStyleLbl="revTx" presStyleIdx="1" presStyleCnt="3"/>
      <dgm:spPr/>
    </dgm:pt>
    <dgm:pt modelId="{D5196F4C-3774-4637-8449-87F2694C7FD5}" type="pres">
      <dgm:prSet presAssocID="{291BDA20-A103-403E-B675-9314B6D6328D}" presName="vert1" presStyleCnt="0"/>
      <dgm:spPr/>
    </dgm:pt>
    <dgm:pt modelId="{4AC383CA-752F-46B4-9C8D-B63ED213A7B1}" type="pres">
      <dgm:prSet presAssocID="{529F4DAA-1B9F-41F4-8F8C-DAC4AE64192E}" presName="thickLine" presStyleLbl="alignNode1" presStyleIdx="2" presStyleCnt="3"/>
      <dgm:spPr/>
    </dgm:pt>
    <dgm:pt modelId="{64546272-1A79-4A89-9B02-768A175F5539}" type="pres">
      <dgm:prSet presAssocID="{529F4DAA-1B9F-41F4-8F8C-DAC4AE64192E}" presName="horz1" presStyleCnt="0"/>
      <dgm:spPr/>
    </dgm:pt>
    <dgm:pt modelId="{D366F514-A38F-4333-80D2-653D0B0389EB}" type="pres">
      <dgm:prSet presAssocID="{529F4DAA-1B9F-41F4-8F8C-DAC4AE64192E}" presName="tx1" presStyleLbl="revTx" presStyleIdx="2" presStyleCnt="3"/>
      <dgm:spPr/>
    </dgm:pt>
    <dgm:pt modelId="{BE80C9B1-AFBB-40CC-8411-BCA7A262DAC8}" type="pres">
      <dgm:prSet presAssocID="{529F4DAA-1B9F-41F4-8F8C-DAC4AE64192E}" presName="vert1" presStyleCnt="0"/>
      <dgm:spPr/>
    </dgm:pt>
  </dgm:ptLst>
  <dgm:cxnLst>
    <dgm:cxn modelId="{D6B7FA2D-1E64-47C0-B070-48A686F5CA6E}" type="presOf" srcId="{291BDA20-A103-403E-B675-9314B6D6328D}" destId="{98E390E3-F1D5-482B-98E5-B88D460075D6}" srcOrd="0" destOrd="0" presId="urn:microsoft.com/office/officeart/2008/layout/LinedList"/>
    <dgm:cxn modelId="{FC096F3B-6121-415E-AA63-FA77DBC950B7}" srcId="{0E12DE95-5244-428A-BE00-852064822D69}" destId="{291BDA20-A103-403E-B675-9314B6D6328D}" srcOrd="1" destOrd="0" parTransId="{01B9B1B6-9571-4B41-8ACA-62D1872F515B}" sibTransId="{7720EC2F-877C-4C63-BA3A-7C96DB754E7E}"/>
    <dgm:cxn modelId="{03061192-D32B-4969-927B-C0F1807287BE}" type="presOf" srcId="{529F4DAA-1B9F-41F4-8F8C-DAC4AE64192E}" destId="{D366F514-A38F-4333-80D2-653D0B0389EB}" srcOrd="0" destOrd="0" presId="urn:microsoft.com/office/officeart/2008/layout/LinedList"/>
    <dgm:cxn modelId="{EFB038BB-B881-469F-8EDE-B2DE3B3DB7BC}" srcId="{0E12DE95-5244-428A-BE00-852064822D69}" destId="{F7F989FD-49F2-4A0A-AF5C-5EC2E987BA8C}" srcOrd="0" destOrd="0" parTransId="{08AB1975-7F9F-4C96-970F-3830DC4B2B64}" sibTransId="{1FC00EB3-F57E-494C-A82D-7962BC10E3E9}"/>
    <dgm:cxn modelId="{DCDE12CB-9B39-4C4A-A860-97D1F77B50FD}" type="presOf" srcId="{F7F989FD-49F2-4A0A-AF5C-5EC2E987BA8C}" destId="{881B4754-4BDD-4030-BEB0-08DEDF63F8A9}" srcOrd="0" destOrd="0" presId="urn:microsoft.com/office/officeart/2008/layout/LinedList"/>
    <dgm:cxn modelId="{2C1DEBCE-EA0C-4E5F-AA0B-1B64FAE0064A}" type="presOf" srcId="{0E12DE95-5244-428A-BE00-852064822D69}" destId="{605FBB9B-F573-44C8-AF37-918B86C88CC7}" srcOrd="0" destOrd="0" presId="urn:microsoft.com/office/officeart/2008/layout/LinedList"/>
    <dgm:cxn modelId="{9CEFC8D1-2083-4F82-A5D7-5DEE5F5C8C27}" srcId="{0E12DE95-5244-428A-BE00-852064822D69}" destId="{529F4DAA-1B9F-41F4-8F8C-DAC4AE64192E}" srcOrd="2" destOrd="0" parTransId="{CC691641-E930-42A9-B0D0-A6088A35C87A}" sibTransId="{DA0BF765-B4E3-4DE2-A13A-ADDED6F84CD6}"/>
    <dgm:cxn modelId="{72CD28FA-1A51-426A-99D8-55555AAD5795}" type="presParOf" srcId="{605FBB9B-F573-44C8-AF37-918B86C88CC7}" destId="{D485C181-90D3-4941-ACDB-5ACBBE24B1E4}" srcOrd="0" destOrd="0" presId="urn:microsoft.com/office/officeart/2008/layout/LinedList"/>
    <dgm:cxn modelId="{1383E538-2BFD-41F3-86E7-5E6502A93813}" type="presParOf" srcId="{605FBB9B-F573-44C8-AF37-918B86C88CC7}" destId="{0AA269B5-0798-4568-A023-858A051CCF2C}" srcOrd="1" destOrd="0" presId="urn:microsoft.com/office/officeart/2008/layout/LinedList"/>
    <dgm:cxn modelId="{A5F3EA30-C362-413D-97D8-A0DE84A67119}" type="presParOf" srcId="{0AA269B5-0798-4568-A023-858A051CCF2C}" destId="{881B4754-4BDD-4030-BEB0-08DEDF63F8A9}" srcOrd="0" destOrd="0" presId="urn:microsoft.com/office/officeart/2008/layout/LinedList"/>
    <dgm:cxn modelId="{DC24E9BA-AF96-4273-8123-B8FFE4CCF1CF}" type="presParOf" srcId="{0AA269B5-0798-4568-A023-858A051CCF2C}" destId="{DBD35018-E3DC-4138-A2D2-B03E22B635CE}" srcOrd="1" destOrd="0" presId="urn:microsoft.com/office/officeart/2008/layout/LinedList"/>
    <dgm:cxn modelId="{32496359-BD35-4C24-BD31-4BF4E35437A3}" type="presParOf" srcId="{605FBB9B-F573-44C8-AF37-918B86C88CC7}" destId="{C8247194-88D7-407E-8804-4FB0E903FCC0}" srcOrd="2" destOrd="0" presId="urn:microsoft.com/office/officeart/2008/layout/LinedList"/>
    <dgm:cxn modelId="{33146917-6D89-406F-A4A4-7561910E607E}" type="presParOf" srcId="{605FBB9B-F573-44C8-AF37-918B86C88CC7}" destId="{355F3D83-5F59-4C7E-9657-898E74BDD529}" srcOrd="3" destOrd="0" presId="urn:microsoft.com/office/officeart/2008/layout/LinedList"/>
    <dgm:cxn modelId="{A2F9D4BE-5E30-41CA-A683-B0036FC8E149}" type="presParOf" srcId="{355F3D83-5F59-4C7E-9657-898E74BDD529}" destId="{98E390E3-F1D5-482B-98E5-B88D460075D6}" srcOrd="0" destOrd="0" presId="urn:microsoft.com/office/officeart/2008/layout/LinedList"/>
    <dgm:cxn modelId="{74F6EE43-623C-44DE-AEE8-1FF95F86A537}" type="presParOf" srcId="{355F3D83-5F59-4C7E-9657-898E74BDD529}" destId="{D5196F4C-3774-4637-8449-87F2694C7FD5}" srcOrd="1" destOrd="0" presId="urn:microsoft.com/office/officeart/2008/layout/LinedList"/>
    <dgm:cxn modelId="{F856064F-CAD1-4DAD-AB08-CE6586A64AB2}" type="presParOf" srcId="{605FBB9B-F573-44C8-AF37-918B86C88CC7}" destId="{4AC383CA-752F-46B4-9C8D-B63ED213A7B1}" srcOrd="4" destOrd="0" presId="urn:microsoft.com/office/officeart/2008/layout/LinedList"/>
    <dgm:cxn modelId="{1E6017DB-B8D4-4F30-A1C5-D675ADB07EE0}" type="presParOf" srcId="{605FBB9B-F573-44C8-AF37-918B86C88CC7}" destId="{64546272-1A79-4A89-9B02-768A175F5539}" srcOrd="5" destOrd="0" presId="urn:microsoft.com/office/officeart/2008/layout/LinedList"/>
    <dgm:cxn modelId="{EA5AD5B7-8A14-4F5C-9DB4-E6B0C10284CA}" type="presParOf" srcId="{64546272-1A79-4A89-9B02-768A175F5539}" destId="{D366F514-A38F-4333-80D2-653D0B0389EB}" srcOrd="0" destOrd="0" presId="urn:microsoft.com/office/officeart/2008/layout/LinedList"/>
    <dgm:cxn modelId="{9339C10D-9CED-4476-865D-700259608AA0}" type="presParOf" srcId="{64546272-1A79-4A89-9B02-768A175F5539}" destId="{BE80C9B1-AFBB-40CC-8411-BCA7A262DAC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910320-0E56-4FBB-9C24-8FC6E0AD3D55}">
      <dsp:nvSpPr>
        <dsp:cNvPr id="0" name=""/>
        <dsp:cNvSpPr/>
      </dsp:nvSpPr>
      <dsp:spPr>
        <a:xfrm>
          <a:off x="712199" y="348868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2E6D51-AA72-4394-91D1-D413C8F97FDC}">
      <dsp:nvSpPr>
        <dsp:cNvPr id="0" name=""/>
        <dsp:cNvSpPr/>
      </dsp:nvSpPr>
      <dsp:spPr>
        <a:xfrm>
          <a:off x="712199" y="200390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Use Role-Based Access Control (RBAC) to restrict access</a:t>
          </a:r>
        </a:p>
      </dsp:txBody>
      <dsp:txXfrm>
        <a:off x="712199" y="2003903"/>
        <a:ext cx="4320000" cy="648000"/>
      </dsp:txXfrm>
    </dsp:sp>
    <dsp:sp modelId="{968E6B5E-BAF5-48A3-99F6-213ADAEE17AA}">
      <dsp:nvSpPr>
        <dsp:cNvPr id="0" name=""/>
        <dsp:cNvSpPr/>
      </dsp:nvSpPr>
      <dsp:spPr>
        <a:xfrm>
          <a:off x="712199" y="2718431"/>
          <a:ext cx="4320000" cy="95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“RBAC restricts repository access based on user roles, ensuring only authorized personnel can modify or view sensitive code” (Harness, 2025)</a:t>
          </a:r>
        </a:p>
      </dsp:txBody>
      <dsp:txXfrm>
        <a:off x="712199" y="2718431"/>
        <a:ext cx="4320000" cy="956824"/>
      </dsp:txXfrm>
    </dsp:sp>
    <dsp:sp modelId="{7A08FE44-B923-4625-A4ED-794A333A420C}">
      <dsp:nvSpPr>
        <dsp:cNvPr id="0" name=""/>
        <dsp:cNvSpPr/>
      </dsp:nvSpPr>
      <dsp:spPr>
        <a:xfrm>
          <a:off x="5788200" y="348868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C79A57-6C16-46BF-AF5E-244E704FB960}">
      <dsp:nvSpPr>
        <dsp:cNvPr id="0" name=""/>
        <dsp:cNvSpPr/>
      </dsp:nvSpPr>
      <dsp:spPr>
        <a:xfrm>
          <a:off x="5788200" y="200390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Require Multi-Factor Authentication (MFA) for all users</a:t>
          </a:r>
        </a:p>
      </dsp:txBody>
      <dsp:txXfrm>
        <a:off x="5788200" y="2003903"/>
        <a:ext cx="4320000" cy="648000"/>
      </dsp:txXfrm>
    </dsp:sp>
    <dsp:sp modelId="{63BE86E3-4F31-447E-9303-555A72DFB059}">
      <dsp:nvSpPr>
        <dsp:cNvPr id="0" name=""/>
        <dsp:cNvSpPr/>
      </dsp:nvSpPr>
      <dsp:spPr>
        <a:xfrm>
          <a:off x="5788200" y="2718431"/>
          <a:ext cx="4320000" cy="95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490B54-0ABB-4FBE-BEBF-0D7F24279FA0}">
      <dsp:nvSpPr>
        <dsp:cNvPr id="0" name=""/>
        <dsp:cNvSpPr/>
      </dsp:nvSpPr>
      <dsp:spPr>
        <a:xfrm>
          <a:off x="664949" y="122530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C29983-A444-478D-B408-CE0D89D3A5CB}">
      <dsp:nvSpPr>
        <dsp:cNvPr id="0" name=""/>
        <dsp:cNvSpPr/>
      </dsp:nvSpPr>
      <dsp:spPr>
        <a:xfrm>
          <a:off x="1081762" y="539343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45CDB8-FB13-4320-B06F-65FF6C3876FE}">
      <dsp:nvSpPr>
        <dsp:cNvPr id="0" name=""/>
        <dsp:cNvSpPr/>
      </dsp:nvSpPr>
      <dsp:spPr>
        <a:xfrm>
          <a:off x="39731" y="26875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Run SAST tools like SonarQube to catch bugs early</a:t>
          </a:r>
        </a:p>
      </dsp:txBody>
      <dsp:txXfrm>
        <a:off x="39731" y="2687531"/>
        <a:ext cx="3206250" cy="720000"/>
      </dsp:txXfrm>
    </dsp:sp>
    <dsp:sp modelId="{4829C181-F563-42CC-8916-D9DE3DFF4EC1}">
      <dsp:nvSpPr>
        <dsp:cNvPr id="0" name=""/>
        <dsp:cNvSpPr/>
      </dsp:nvSpPr>
      <dsp:spPr>
        <a:xfrm>
          <a:off x="4432293" y="122530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CEC399-BB9A-44CB-BF17-07E7B4287E90}">
      <dsp:nvSpPr>
        <dsp:cNvPr id="0" name=""/>
        <dsp:cNvSpPr/>
      </dsp:nvSpPr>
      <dsp:spPr>
        <a:xfrm>
          <a:off x="4849106" y="539343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65D794-BFFB-42B2-A519-7061AF398500}">
      <dsp:nvSpPr>
        <dsp:cNvPr id="0" name=""/>
        <dsp:cNvSpPr/>
      </dsp:nvSpPr>
      <dsp:spPr>
        <a:xfrm>
          <a:off x="3807075" y="26875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Use SCA tools to monitor open-source dependencies</a:t>
          </a:r>
        </a:p>
      </dsp:txBody>
      <dsp:txXfrm>
        <a:off x="3807075" y="2687531"/>
        <a:ext cx="3206250" cy="720000"/>
      </dsp:txXfrm>
    </dsp:sp>
    <dsp:sp modelId="{454313AC-56C5-4FFD-8B7F-AC9A485F26EB}">
      <dsp:nvSpPr>
        <dsp:cNvPr id="0" name=""/>
        <dsp:cNvSpPr/>
      </dsp:nvSpPr>
      <dsp:spPr>
        <a:xfrm>
          <a:off x="8199637" y="122530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B997A-3873-461A-BF74-B3DCA14AB5EC}">
      <dsp:nvSpPr>
        <dsp:cNvPr id="0" name=""/>
        <dsp:cNvSpPr/>
      </dsp:nvSpPr>
      <dsp:spPr>
        <a:xfrm>
          <a:off x="8616450" y="539343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441206-3812-46EA-B774-92790CE2954F}">
      <dsp:nvSpPr>
        <dsp:cNvPr id="0" name=""/>
        <dsp:cNvSpPr/>
      </dsp:nvSpPr>
      <dsp:spPr>
        <a:xfrm>
          <a:off x="7574418" y="26875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i="0" kern="1200" dirty="0"/>
            <a:t>“Enforce code signing for commits to ensure code integrity and authenticity” (</a:t>
          </a:r>
          <a:r>
            <a:rPr lang="en-US" sz="1300" i="0" kern="1200" dirty="0" err="1"/>
            <a:t>Snyk</a:t>
          </a:r>
          <a:r>
            <a:rPr lang="en-US" sz="1300" i="0" kern="1200" dirty="0"/>
            <a:t>, n.d.)</a:t>
          </a:r>
        </a:p>
      </dsp:txBody>
      <dsp:txXfrm>
        <a:off x="7574418" y="2687531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5B2A6-A4EB-4E16-A9D7-607EF2CB0AA6}">
      <dsp:nvSpPr>
        <dsp:cNvPr id="0" name=""/>
        <dsp:cNvSpPr/>
      </dsp:nvSpPr>
      <dsp:spPr>
        <a:xfrm>
          <a:off x="712199" y="9583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8AC69-0EE3-4683-BEF1-F7FA561A80AB}">
      <dsp:nvSpPr>
        <dsp:cNvPr id="0" name=""/>
        <dsp:cNvSpPr/>
      </dsp:nvSpPr>
      <dsp:spPr>
        <a:xfrm>
          <a:off x="712199" y="175138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Avoid hardcoding secrets like API keys or passwords</a:t>
          </a:r>
        </a:p>
      </dsp:txBody>
      <dsp:txXfrm>
        <a:off x="712199" y="1751386"/>
        <a:ext cx="4320000" cy="648000"/>
      </dsp:txXfrm>
    </dsp:sp>
    <dsp:sp modelId="{8CF9DD1E-687B-4DDC-BD91-95D8405E9BE0}">
      <dsp:nvSpPr>
        <dsp:cNvPr id="0" name=""/>
        <dsp:cNvSpPr/>
      </dsp:nvSpPr>
      <dsp:spPr>
        <a:xfrm>
          <a:off x="712199" y="2466154"/>
          <a:ext cx="4320000" cy="968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“Secrets or sensitive information can be inadvertently committed to repositories and made accessible to anyone with read access” (SecurityPatterns.io, n.d.)</a:t>
          </a:r>
        </a:p>
      </dsp:txBody>
      <dsp:txXfrm>
        <a:off x="712199" y="2466154"/>
        <a:ext cx="4320000" cy="968072"/>
      </dsp:txXfrm>
    </dsp:sp>
    <dsp:sp modelId="{0837F08A-1413-481E-9FD3-52ECA5AD0116}">
      <dsp:nvSpPr>
        <dsp:cNvPr id="0" name=""/>
        <dsp:cNvSpPr/>
      </dsp:nvSpPr>
      <dsp:spPr>
        <a:xfrm>
          <a:off x="5788200" y="9583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3216B6-5473-41EC-B5C8-63274CE2C00E}">
      <dsp:nvSpPr>
        <dsp:cNvPr id="0" name=""/>
        <dsp:cNvSpPr/>
      </dsp:nvSpPr>
      <dsp:spPr>
        <a:xfrm>
          <a:off x="5788200" y="175138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Use tools like HashiCorp Vault or GitHub’s secret scanning</a:t>
          </a:r>
        </a:p>
      </dsp:txBody>
      <dsp:txXfrm>
        <a:off x="5788200" y="1751386"/>
        <a:ext cx="4320000" cy="648000"/>
      </dsp:txXfrm>
    </dsp:sp>
    <dsp:sp modelId="{CE1828EF-D705-4ECF-8FEE-A9E0F61A2DBB}">
      <dsp:nvSpPr>
        <dsp:cNvPr id="0" name=""/>
        <dsp:cNvSpPr/>
      </dsp:nvSpPr>
      <dsp:spPr>
        <a:xfrm>
          <a:off x="5788200" y="2466154"/>
          <a:ext cx="4320000" cy="968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0D9C75-D760-412B-B5B9-F51614891710}">
      <dsp:nvSpPr>
        <dsp:cNvPr id="0" name=""/>
        <dsp:cNvSpPr/>
      </dsp:nvSpPr>
      <dsp:spPr>
        <a:xfrm rot="5400000">
          <a:off x="3214404" y="-684119"/>
          <a:ext cx="2125897" cy="40257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“Automated alerts for unexpected changes in critical files help detect unauthorized access attempts” (Harness, 2025)</a:t>
          </a:r>
        </a:p>
      </dsp:txBody>
      <dsp:txXfrm rot="-5400000">
        <a:off x="2264481" y="369582"/>
        <a:ext cx="3921966" cy="1918341"/>
      </dsp:txXfrm>
    </dsp:sp>
    <dsp:sp modelId="{AC460A70-F4A2-4DD4-8BF1-6CD6DE742C04}">
      <dsp:nvSpPr>
        <dsp:cNvPr id="0" name=""/>
        <dsp:cNvSpPr/>
      </dsp:nvSpPr>
      <dsp:spPr>
        <a:xfrm>
          <a:off x="0" y="66"/>
          <a:ext cx="2264481" cy="26573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Set up alerts for unusual repo activity</a:t>
          </a:r>
        </a:p>
      </dsp:txBody>
      <dsp:txXfrm>
        <a:off x="110543" y="110609"/>
        <a:ext cx="2043395" cy="2436285"/>
      </dsp:txXfrm>
    </dsp:sp>
    <dsp:sp modelId="{8350E2A8-B932-4789-A347-2F370335E3D8}">
      <dsp:nvSpPr>
        <dsp:cNvPr id="0" name=""/>
        <dsp:cNvSpPr/>
      </dsp:nvSpPr>
      <dsp:spPr>
        <a:xfrm>
          <a:off x="0" y="2790306"/>
          <a:ext cx="2264481" cy="26573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 centralized logging and tools like Dependabot</a:t>
          </a:r>
        </a:p>
      </dsp:txBody>
      <dsp:txXfrm>
        <a:off x="110543" y="2900849"/>
        <a:ext cx="2043395" cy="24362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C43BA6-4BE3-4698-AE6E-D4354822C27F}">
      <dsp:nvSpPr>
        <dsp:cNvPr id="0" name=""/>
        <dsp:cNvSpPr/>
      </dsp:nvSpPr>
      <dsp:spPr>
        <a:xfrm>
          <a:off x="0" y="665"/>
          <a:ext cx="6290226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7627A0-5428-4C76-AFD9-E8D6972A63AD}">
      <dsp:nvSpPr>
        <dsp:cNvPr id="0" name=""/>
        <dsp:cNvSpPr/>
      </dsp:nvSpPr>
      <dsp:spPr>
        <a:xfrm>
          <a:off x="470725" y="350791"/>
          <a:ext cx="855865" cy="8558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2A103E-8EA5-4571-B84A-F36C84DD35B7}">
      <dsp:nvSpPr>
        <dsp:cNvPr id="0" name=""/>
        <dsp:cNvSpPr/>
      </dsp:nvSpPr>
      <dsp:spPr>
        <a:xfrm>
          <a:off x="1797316" y="665"/>
          <a:ext cx="4492909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Create a clear Security.md policy with reporting instructions, supported versions, and response expectations</a:t>
          </a:r>
        </a:p>
      </dsp:txBody>
      <dsp:txXfrm>
        <a:off x="1797316" y="665"/>
        <a:ext cx="4492909" cy="1556118"/>
      </dsp:txXfrm>
    </dsp:sp>
    <dsp:sp modelId="{7551B14C-4D3A-494E-AFD5-77195EE181F8}">
      <dsp:nvSpPr>
        <dsp:cNvPr id="0" name=""/>
        <dsp:cNvSpPr/>
      </dsp:nvSpPr>
      <dsp:spPr>
        <a:xfrm>
          <a:off x="0" y="1945813"/>
          <a:ext cx="6290226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FC5746-76B1-48EE-B8A7-BD050A465EBD}">
      <dsp:nvSpPr>
        <dsp:cNvPr id="0" name=""/>
        <dsp:cNvSpPr/>
      </dsp:nvSpPr>
      <dsp:spPr>
        <a:xfrm>
          <a:off x="470725" y="2295939"/>
          <a:ext cx="855865" cy="8558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21409E-1F0D-479F-85A2-F9462E508D7F}">
      <dsp:nvSpPr>
        <dsp:cNvPr id="0" name=""/>
        <dsp:cNvSpPr/>
      </dsp:nvSpPr>
      <dsp:spPr>
        <a:xfrm>
          <a:off x="1797316" y="1945813"/>
          <a:ext cx="4492909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Train devs on secure coding and repo hygiene</a:t>
          </a:r>
        </a:p>
      </dsp:txBody>
      <dsp:txXfrm>
        <a:off x="1797316" y="1945813"/>
        <a:ext cx="4492909" cy="1556118"/>
      </dsp:txXfrm>
    </dsp:sp>
    <dsp:sp modelId="{873A7D25-CD20-4086-BAEF-438576E42047}">
      <dsp:nvSpPr>
        <dsp:cNvPr id="0" name=""/>
        <dsp:cNvSpPr/>
      </dsp:nvSpPr>
      <dsp:spPr>
        <a:xfrm>
          <a:off x="0" y="3890961"/>
          <a:ext cx="6290226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4149A8-AA8A-42BB-B65B-D1FF85626279}">
      <dsp:nvSpPr>
        <dsp:cNvPr id="0" name=""/>
        <dsp:cNvSpPr/>
      </dsp:nvSpPr>
      <dsp:spPr>
        <a:xfrm>
          <a:off x="470725" y="4241088"/>
          <a:ext cx="855865" cy="8558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71628-7BD2-483C-9CCD-47EC7C67EE6E}">
      <dsp:nvSpPr>
        <dsp:cNvPr id="0" name=""/>
        <dsp:cNvSpPr/>
      </dsp:nvSpPr>
      <dsp:spPr>
        <a:xfrm>
          <a:off x="1797316" y="3890961"/>
          <a:ext cx="4492909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“Educate developers and team members about security best practices and the importance of code protection” (Snyk, n.d.)</a:t>
          </a:r>
        </a:p>
      </dsp:txBody>
      <dsp:txXfrm>
        <a:off x="1797316" y="3890961"/>
        <a:ext cx="4492909" cy="15561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8C9170-4880-415C-B194-9AE91EE83157}">
      <dsp:nvSpPr>
        <dsp:cNvPr id="0" name=""/>
        <dsp:cNvSpPr/>
      </dsp:nvSpPr>
      <dsp:spPr>
        <a:xfrm>
          <a:off x="0" y="2660"/>
          <a:ext cx="629022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5B533E-36F3-4BBF-9E2E-6DD025FE1368}">
      <dsp:nvSpPr>
        <dsp:cNvPr id="0" name=""/>
        <dsp:cNvSpPr/>
      </dsp:nvSpPr>
      <dsp:spPr>
        <a:xfrm>
          <a:off x="0" y="2660"/>
          <a:ext cx="6290226" cy="1814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Security is a shared responsibility</a:t>
          </a:r>
        </a:p>
      </dsp:txBody>
      <dsp:txXfrm>
        <a:off x="0" y="2660"/>
        <a:ext cx="6290226" cy="1814141"/>
      </dsp:txXfrm>
    </dsp:sp>
    <dsp:sp modelId="{A41C767C-19F3-4CD5-9F73-7E4CC6CE3A04}">
      <dsp:nvSpPr>
        <dsp:cNvPr id="0" name=""/>
        <dsp:cNvSpPr/>
      </dsp:nvSpPr>
      <dsp:spPr>
        <a:xfrm>
          <a:off x="0" y="1816801"/>
          <a:ext cx="6290226" cy="0"/>
        </a:xfrm>
        <a:prstGeom prst="line">
          <a:avLst/>
        </a:prstGeom>
        <a:solidFill>
          <a:schemeClr val="accent2">
            <a:hueOff val="574745"/>
            <a:satOff val="-9386"/>
            <a:lumOff val="588"/>
            <a:alphaOff val="0"/>
          </a:schemeClr>
        </a:solidFill>
        <a:ln w="12700" cap="flat" cmpd="sng" algn="ctr">
          <a:solidFill>
            <a:schemeClr val="accent2">
              <a:hueOff val="574745"/>
              <a:satOff val="-9386"/>
              <a:lumOff val="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0D835-2D7B-4590-99A9-BEEC38F032DC}">
      <dsp:nvSpPr>
        <dsp:cNvPr id="0" name=""/>
        <dsp:cNvSpPr/>
      </dsp:nvSpPr>
      <dsp:spPr>
        <a:xfrm>
          <a:off x="0" y="1816801"/>
          <a:ext cx="6290226" cy="1814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Repos are collaborative spaces, but they need boundaries</a:t>
          </a:r>
        </a:p>
      </dsp:txBody>
      <dsp:txXfrm>
        <a:off x="0" y="1816801"/>
        <a:ext cx="6290226" cy="1814141"/>
      </dsp:txXfrm>
    </dsp:sp>
    <dsp:sp modelId="{C72A54F2-8797-42D9-9FC0-0E8956CC92A0}">
      <dsp:nvSpPr>
        <dsp:cNvPr id="0" name=""/>
        <dsp:cNvSpPr/>
      </dsp:nvSpPr>
      <dsp:spPr>
        <a:xfrm>
          <a:off x="0" y="3630943"/>
          <a:ext cx="6290226" cy="0"/>
        </a:xfrm>
        <a:prstGeom prst="line">
          <a:avLst/>
        </a:prstGeom>
        <a:solidFill>
          <a:schemeClr val="accent2">
            <a:hueOff val="1149490"/>
            <a:satOff val="-18772"/>
            <a:lumOff val="1176"/>
            <a:alphaOff val="0"/>
          </a:schemeClr>
        </a:solidFill>
        <a:ln w="12700" cap="flat" cmpd="sng" algn="ctr">
          <a:solidFill>
            <a:schemeClr val="accent2">
              <a:hueOff val="1149490"/>
              <a:satOff val="-18772"/>
              <a:lumOff val="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A8C1D-9DA4-49C6-92DD-C86955229E97}">
      <dsp:nvSpPr>
        <dsp:cNvPr id="0" name=""/>
        <dsp:cNvSpPr/>
      </dsp:nvSpPr>
      <dsp:spPr>
        <a:xfrm>
          <a:off x="0" y="3630943"/>
          <a:ext cx="6290226" cy="1814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“Securing your code repositories is essential to protecting intellectual property, preventing data breaches, and ensuring the integrity of your software supply chain” (Harness, 2025)</a:t>
          </a:r>
        </a:p>
      </dsp:txBody>
      <dsp:txXfrm>
        <a:off x="0" y="3630943"/>
        <a:ext cx="6290226" cy="181414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85C181-90D3-4941-ACDB-5ACBBE24B1E4}">
      <dsp:nvSpPr>
        <dsp:cNvPr id="0" name=""/>
        <dsp:cNvSpPr/>
      </dsp:nvSpPr>
      <dsp:spPr>
        <a:xfrm>
          <a:off x="0" y="2660"/>
          <a:ext cx="629022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1B4754-4BDD-4030-BEB0-08DEDF63F8A9}">
      <dsp:nvSpPr>
        <dsp:cNvPr id="0" name=""/>
        <dsp:cNvSpPr/>
      </dsp:nvSpPr>
      <dsp:spPr>
        <a:xfrm>
          <a:off x="0" y="2660"/>
          <a:ext cx="6290226" cy="1814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Harness. (2025). Best Practices for Securing Code Repositories. Harness DevOps Academy</a:t>
          </a:r>
        </a:p>
      </dsp:txBody>
      <dsp:txXfrm>
        <a:off x="0" y="2660"/>
        <a:ext cx="6290226" cy="1814141"/>
      </dsp:txXfrm>
    </dsp:sp>
    <dsp:sp modelId="{C8247194-88D7-407E-8804-4FB0E903FCC0}">
      <dsp:nvSpPr>
        <dsp:cNvPr id="0" name=""/>
        <dsp:cNvSpPr/>
      </dsp:nvSpPr>
      <dsp:spPr>
        <a:xfrm>
          <a:off x="0" y="1816801"/>
          <a:ext cx="629022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390E3-F1D5-482B-98E5-B88D460075D6}">
      <dsp:nvSpPr>
        <dsp:cNvPr id="0" name=""/>
        <dsp:cNvSpPr/>
      </dsp:nvSpPr>
      <dsp:spPr>
        <a:xfrm>
          <a:off x="0" y="1816801"/>
          <a:ext cx="6290226" cy="1814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Snyk</a:t>
          </a:r>
          <a:r>
            <a:rPr lang="en-US" sz="2800" kern="1200" dirty="0"/>
            <a:t>. (n.d.). Securing Source Code in Repositories is Essential: How To Get Started. </a:t>
          </a:r>
          <a:r>
            <a:rPr lang="en-US" sz="2800" kern="1200" dirty="0" err="1"/>
            <a:t>Snyk</a:t>
          </a:r>
          <a:r>
            <a:rPr lang="en-US" sz="2800" kern="1200" dirty="0"/>
            <a:t> Security Guide</a:t>
          </a:r>
        </a:p>
      </dsp:txBody>
      <dsp:txXfrm>
        <a:off x="0" y="1816801"/>
        <a:ext cx="6290226" cy="1814141"/>
      </dsp:txXfrm>
    </dsp:sp>
    <dsp:sp modelId="{4AC383CA-752F-46B4-9C8D-B63ED213A7B1}">
      <dsp:nvSpPr>
        <dsp:cNvPr id="0" name=""/>
        <dsp:cNvSpPr/>
      </dsp:nvSpPr>
      <dsp:spPr>
        <a:xfrm>
          <a:off x="0" y="3630943"/>
          <a:ext cx="629022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66F514-A38F-4333-80D2-653D0B0389EB}">
      <dsp:nvSpPr>
        <dsp:cNvPr id="0" name=""/>
        <dsp:cNvSpPr/>
      </dsp:nvSpPr>
      <dsp:spPr>
        <a:xfrm>
          <a:off x="0" y="3630943"/>
          <a:ext cx="6290226" cy="1814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SecurityPatterns.io.. (n.d.). How to Write A Security Pattern: Source Code Management. Security Patterns</a:t>
          </a:r>
        </a:p>
      </dsp:txBody>
      <dsp:txXfrm>
        <a:off x="0" y="3630943"/>
        <a:ext cx="6290226" cy="18141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444479B-705B-4489-957E-7E8A228BDFA0}" type="datetime1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418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9504452-5DCC-4FE2-A5C9-8A5EF6714D65}" type="datetime1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3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29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6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44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02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68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27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355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DA38F49-B3E2-4BF0-BEC7-C30D34ABBB8D}" type="datetime1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711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DA38F49-B3E2-4BF0-BEC7-C30D34ABBB8D}" type="datetime1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935506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DA38F49-B3E2-4BF0-BEC7-C30D34ABBB8D}" type="datetime1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0959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2019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648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960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5B95027-4255-49E7-9841-CD21BCC99996}" type="datetime1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73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663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294835-DB46-E9D3-F6CF-CE02B2579E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Security Controls in Shared Source Code Repositories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871C2E6-07F9-786D-6CC8-B0EBD70DD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0"/>
            <a:ext cx="9448800" cy="1396999"/>
          </a:xfrm>
        </p:spPr>
        <p:txBody>
          <a:bodyPr>
            <a:normAutofit/>
          </a:bodyPr>
          <a:lstStyle/>
          <a:p>
            <a:r>
              <a:rPr lang="en-US" dirty="0"/>
              <a:t>Name: Christopher Reaney</a:t>
            </a:r>
          </a:p>
          <a:p>
            <a:r>
              <a:rPr lang="en-US" dirty="0"/>
              <a:t>Date: 07/11/2025</a:t>
            </a:r>
          </a:p>
          <a:p>
            <a:r>
              <a:rPr lang="en-US" dirty="0"/>
              <a:t>Assignment: Module 11.2</a:t>
            </a:r>
          </a:p>
        </p:txBody>
      </p:sp>
    </p:spTree>
    <p:extLst>
      <p:ext uri="{BB962C8B-B14F-4D97-AF65-F5344CB8AC3E}">
        <p14:creationId xmlns:p14="http://schemas.microsoft.com/office/powerpoint/2010/main" val="4261679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67471-091D-E4BE-A834-555A5F8B1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3977639" cy="1600200"/>
          </a:xfrm>
        </p:spPr>
        <p:txBody>
          <a:bodyPr anchor="b">
            <a:normAutofit/>
          </a:bodyPr>
          <a:lstStyle/>
          <a:p>
            <a:pPr algn="l"/>
            <a:r>
              <a:rPr lang="en-US" sz="3200"/>
              <a:t>Why Security in Repos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0924D-0E5F-CD6F-DFF9-7EA9C2E17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64573"/>
            <a:ext cx="3977639" cy="3854112"/>
          </a:xfrm>
        </p:spPr>
        <p:txBody>
          <a:bodyPr>
            <a:normAutofit/>
          </a:bodyPr>
          <a:lstStyle/>
          <a:p>
            <a:r>
              <a:rPr lang="en-US" sz="1600" dirty="0"/>
              <a:t>Repositories hold sensitive data and intellectual property</a:t>
            </a:r>
          </a:p>
          <a:p>
            <a:r>
              <a:rPr lang="en-US" sz="1600" dirty="0"/>
              <a:t>“Code repositories are increasingly targeted by cybercriminals aiming to exploit vulnerabilities or inject malicious code” (Harness, 2025)</a:t>
            </a:r>
          </a:p>
          <a:p>
            <a:r>
              <a:rPr lang="en-US" sz="1600" dirty="0"/>
              <a:t>Breaches can lead to data theft, compromised apps, and reputational damage</a:t>
            </a: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25211A-4CA0-4B53-82BB-1EE7C7F3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1379" y="0"/>
            <a:ext cx="72406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Padlock on computer motherboard">
            <a:extLst>
              <a:ext uri="{FF2B5EF4-FFF2-40B4-BE49-F238E27FC236}">
                <a16:creationId xmlns:a16="http://schemas.microsoft.com/office/drawing/2014/main" id="{97C78D82-5EF0-BC02-E62E-92D2279B36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02" r="28156" b="-1"/>
          <a:stretch>
            <a:fillRect/>
          </a:stretch>
        </p:blipFill>
        <p:spPr>
          <a:xfrm>
            <a:off x="5304147" y="10"/>
            <a:ext cx="688785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2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40F4-97AF-D987-2CE2-16DEE719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 Control &amp; Authentication</a:t>
            </a:r>
            <a:endParaRPr lang="en-US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649394B-4EF5-23FD-27CC-FA87D4F771A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194560"/>
          <a:ext cx="10820400" cy="4024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672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D47B5-79B3-F46E-05BF-12DC31722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dirty="0"/>
              <a:t>Vulnerability Scanning &amp; Code Signing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B7A620-192A-5335-6922-3C67D87381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0510285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7143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35ED5-CA2E-38EB-5AFE-2763835FB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/>
              <a:t>Secrets Management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B85331-6295-F283-A65D-F4C4671AFD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3048224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5957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FDD764-C5FB-8EB3-715B-BA829775D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Monitoring &amp; Alerts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4D4A143-3701-8053-90AA-8F84F84215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26354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72935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A32BB1-D7A9-9FC9-BB4D-5CF4C3163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Developer Education &amp; Policy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942D21-AAE2-92F5-D5C8-A0DEFA9566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1190856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503362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security systems&#10;&#10;AI-generated content may be incorrect.">
            <a:extLst>
              <a:ext uri="{FF2B5EF4-FFF2-40B4-BE49-F238E27FC236}">
                <a16:creationId xmlns:a16="http://schemas.microsoft.com/office/drawing/2014/main" id="{5F48946E-4E93-6FD5-8849-3B2D234ED9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2467" y="275467"/>
            <a:ext cx="6307065" cy="6307065"/>
          </a:xfrm>
        </p:spPr>
      </p:pic>
    </p:spTree>
    <p:extLst>
      <p:ext uri="{BB962C8B-B14F-4D97-AF65-F5344CB8AC3E}">
        <p14:creationId xmlns:p14="http://schemas.microsoft.com/office/powerpoint/2010/main" val="2384477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DEF243-2F08-F0C6-39CA-7D4819C0F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Final Thoughts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9E0FD0-3BE7-0DF5-0799-E1BB2F9AC8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7147452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25687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C695E6-C799-4E69-B362-461E7747C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Works Cited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7FACE1-94CE-6F53-E563-0CDF35841B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4760850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8571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46</TotalTime>
  <Words>402</Words>
  <Application>Microsoft Office PowerPoint</Application>
  <PresentationFormat>Widescreen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Vapor Trail</vt:lpstr>
      <vt:lpstr>Security Controls in Shared Source Code Repositories</vt:lpstr>
      <vt:lpstr>Why Security in Repos Matters</vt:lpstr>
      <vt:lpstr>Access Control &amp; Authentication</vt:lpstr>
      <vt:lpstr>Vulnerability Scanning &amp; Code Signing</vt:lpstr>
      <vt:lpstr>Secrets Management</vt:lpstr>
      <vt:lpstr>Monitoring &amp; Alerts</vt:lpstr>
      <vt:lpstr>Developer Education &amp; Policy</vt:lpstr>
      <vt:lpstr>PowerPoint Presentation</vt:lpstr>
      <vt:lpstr>Final Thoughts</vt:lpstr>
      <vt:lpstr>Works Cited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Reaney</dc:creator>
  <cp:lastModifiedBy>Christopher Reaney</cp:lastModifiedBy>
  <cp:revision>24</cp:revision>
  <dcterms:created xsi:type="dcterms:W3CDTF">2025-07-11T18:33:27Z</dcterms:created>
  <dcterms:modified xsi:type="dcterms:W3CDTF">2025-07-11T19:20:07Z</dcterms:modified>
</cp:coreProperties>
</file>