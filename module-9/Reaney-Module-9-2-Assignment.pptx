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5D0230-C065-4ED1-A366-109DA008BB34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10B0607-041D-4D87-A275-2C8DB7B9FF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Fear of blame discourages honesty.</a:t>
          </a:r>
        </a:p>
      </dgm:t>
    </dgm:pt>
    <dgm:pt modelId="{649033AA-DA68-4F03-8D7C-7A56B49F12F4}" type="parTrans" cxnId="{64A26B8D-B500-4E5D-9988-1220510BC986}">
      <dgm:prSet/>
      <dgm:spPr/>
      <dgm:t>
        <a:bodyPr/>
        <a:lstStyle/>
        <a:p>
          <a:endParaRPr lang="en-US"/>
        </a:p>
      </dgm:t>
    </dgm:pt>
    <dgm:pt modelId="{40A5C32E-5213-4DCD-8A9A-6E360AFFC4C1}" type="sibTrans" cxnId="{64A26B8D-B500-4E5D-9988-1220510BC98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580197D-C981-44D9-8BE9-A35D07D6FF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People hide or underreport errors.</a:t>
          </a:r>
        </a:p>
      </dgm:t>
    </dgm:pt>
    <dgm:pt modelId="{8E51D279-7F77-46C6-8C73-4EBA5AC12EB3}" type="parTrans" cxnId="{EF18F4EE-720C-480D-A471-EE5F9116A620}">
      <dgm:prSet/>
      <dgm:spPr/>
      <dgm:t>
        <a:bodyPr/>
        <a:lstStyle/>
        <a:p>
          <a:endParaRPr lang="en-US"/>
        </a:p>
      </dgm:t>
    </dgm:pt>
    <dgm:pt modelId="{D3E53018-D997-423C-BFDB-5B268960FC0D}" type="sibTrans" cxnId="{EF18F4EE-720C-480D-A471-EE5F9116A62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B776A3E-58E4-44F0-BF53-86E9371623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Fear blocks organizational learning.</a:t>
          </a:r>
        </a:p>
      </dgm:t>
    </dgm:pt>
    <dgm:pt modelId="{6A8D6C02-06AE-46AB-962A-12A2C93EC296}" type="parTrans" cxnId="{8B5C771D-2BE6-4F19-B035-25AD9068308C}">
      <dgm:prSet/>
      <dgm:spPr/>
      <dgm:t>
        <a:bodyPr/>
        <a:lstStyle/>
        <a:p>
          <a:endParaRPr lang="en-US"/>
        </a:p>
      </dgm:t>
    </dgm:pt>
    <dgm:pt modelId="{BDAAF431-2517-42E3-A16D-C183EF797CDA}" type="sibTrans" cxnId="{8B5C771D-2BE6-4F19-B035-25AD9068308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50F9110-9BB6-42F4-8CCF-6A7CF56341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“An engineer who thinks they’re going to be reprimanded is disincentivized to give the details necessary to understand the failure” (Allspaw, 2012).</a:t>
          </a:r>
        </a:p>
      </dgm:t>
    </dgm:pt>
    <dgm:pt modelId="{3C7B63FA-C91E-43AD-AFDC-4F3B12695208}" type="parTrans" cxnId="{4A9FBD88-C99A-4337-ABB1-DEB49ED45214}">
      <dgm:prSet/>
      <dgm:spPr/>
      <dgm:t>
        <a:bodyPr/>
        <a:lstStyle/>
        <a:p>
          <a:endParaRPr lang="en-US"/>
        </a:p>
      </dgm:t>
    </dgm:pt>
    <dgm:pt modelId="{52D7FBEE-D0FF-4D4D-9C06-31BFC1E6B874}" type="sibTrans" cxnId="{4A9FBD88-C99A-4337-ABB1-DEB49ED45214}">
      <dgm:prSet/>
      <dgm:spPr/>
      <dgm:t>
        <a:bodyPr/>
        <a:lstStyle/>
        <a:p>
          <a:endParaRPr lang="en-US"/>
        </a:p>
      </dgm:t>
    </dgm:pt>
    <dgm:pt modelId="{B406D2AB-04E0-4328-A909-FE3F3CB3E9B5}" type="pres">
      <dgm:prSet presAssocID="{6F5D0230-C065-4ED1-A366-109DA008BB34}" presName="root" presStyleCnt="0">
        <dgm:presLayoutVars>
          <dgm:dir/>
          <dgm:resizeHandles val="exact"/>
        </dgm:presLayoutVars>
      </dgm:prSet>
      <dgm:spPr/>
    </dgm:pt>
    <dgm:pt modelId="{3D82DF24-46B0-4CFA-BE40-52F8D7C747F7}" type="pres">
      <dgm:prSet presAssocID="{6F5D0230-C065-4ED1-A366-109DA008BB34}" presName="container" presStyleCnt="0">
        <dgm:presLayoutVars>
          <dgm:dir/>
          <dgm:resizeHandles val="exact"/>
        </dgm:presLayoutVars>
      </dgm:prSet>
      <dgm:spPr/>
    </dgm:pt>
    <dgm:pt modelId="{5B5F0A8F-6DE3-45CC-AFE2-22682D702B5C}" type="pres">
      <dgm:prSet presAssocID="{410B0607-041D-4D87-A275-2C8DB7B9FFB2}" presName="compNode" presStyleCnt="0"/>
      <dgm:spPr/>
    </dgm:pt>
    <dgm:pt modelId="{1FFD4579-B713-4816-B79F-34319C8C7AEF}" type="pres">
      <dgm:prSet presAssocID="{410B0607-041D-4D87-A275-2C8DB7B9FFB2}" presName="iconBgRect" presStyleLbl="bgShp" presStyleIdx="0" presStyleCnt="4"/>
      <dgm:spPr/>
    </dgm:pt>
    <dgm:pt modelId="{6B2FB6B4-F3DB-4F5F-A0C2-EA4A0D2D3294}" type="pres">
      <dgm:prSet presAssocID="{410B0607-041D-4D87-A275-2C8DB7B9FFB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04B0B6B6-9A81-45C2-9CD6-45A3FAB52F82}" type="pres">
      <dgm:prSet presAssocID="{410B0607-041D-4D87-A275-2C8DB7B9FFB2}" presName="spaceRect" presStyleCnt="0"/>
      <dgm:spPr/>
    </dgm:pt>
    <dgm:pt modelId="{7F20F58C-0DB0-48D2-9F8B-CA1294E19E26}" type="pres">
      <dgm:prSet presAssocID="{410B0607-041D-4D87-A275-2C8DB7B9FFB2}" presName="textRect" presStyleLbl="revTx" presStyleIdx="0" presStyleCnt="4">
        <dgm:presLayoutVars>
          <dgm:chMax val="1"/>
          <dgm:chPref val="1"/>
        </dgm:presLayoutVars>
      </dgm:prSet>
      <dgm:spPr/>
    </dgm:pt>
    <dgm:pt modelId="{C0C76A72-8B2E-47EE-A6CF-96C1385C6FD1}" type="pres">
      <dgm:prSet presAssocID="{40A5C32E-5213-4DCD-8A9A-6E360AFFC4C1}" presName="sibTrans" presStyleLbl="sibTrans2D1" presStyleIdx="0" presStyleCnt="0"/>
      <dgm:spPr/>
    </dgm:pt>
    <dgm:pt modelId="{04408F35-A469-4A51-9D5D-B2BE109E940E}" type="pres">
      <dgm:prSet presAssocID="{E580197D-C981-44D9-8BE9-A35D07D6FF0B}" presName="compNode" presStyleCnt="0"/>
      <dgm:spPr/>
    </dgm:pt>
    <dgm:pt modelId="{EF79CDE3-4521-404B-9EF7-0C42A129600A}" type="pres">
      <dgm:prSet presAssocID="{E580197D-C981-44D9-8BE9-A35D07D6FF0B}" presName="iconBgRect" presStyleLbl="bgShp" presStyleIdx="1" presStyleCnt="4"/>
      <dgm:spPr/>
    </dgm:pt>
    <dgm:pt modelId="{E876AB2D-12AB-4056-9B12-917895EFD0B3}" type="pres">
      <dgm:prSet presAssocID="{E580197D-C981-44D9-8BE9-A35D07D6FF0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83CFCEDB-6140-40B3-BCD3-85AEAC3B40AA}" type="pres">
      <dgm:prSet presAssocID="{E580197D-C981-44D9-8BE9-A35D07D6FF0B}" presName="spaceRect" presStyleCnt="0"/>
      <dgm:spPr/>
    </dgm:pt>
    <dgm:pt modelId="{FB2201E4-8799-4F21-B8EB-C0AB53C1E8C1}" type="pres">
      <dgm:prSet presAssocID="{E580197D-C981-44D9-8BE9-A35D07D6FF0B}" presName="textRect" presStyleLbl="revTx" presStyleIdx="1" presStyleCnt="4">
        <dgm:presLayoutVars>
          <dgm:chMax val="1"/>
          <dgm:chPref val="1"/>
        </dgm:presLayoutVars>
      </dgm:prSet>
      <dgm:spPr/>
    </dgm:pt>
    <dgm:pt modelId="{4E27D210-66ED-4FDA-8881-2D0DA359AD2D}" type="pres">
      <dgm:prSet presAssocID="{D3E53018-D997-423C-BFDB-5B268960FC0D}" presName="sibTrans" presStyleLbl="sibTrans2D1" presStyleIdx="0" presStyleCnt="0"/>
      <dgm:spPr/>
    </dgm:pt>
    <dgm:pt modelId="{F9C96A8E-BED6-4836-AF6E-93725D3DF5CF}" type="pres">
      <dgm:prSet presAssocID="{6B776A3E-58E4-44F0-BF53-86E93716236E}" presName="compNode" presStyleCnt="0"/>
      <dgm:spPr/>
    </dgm:pt>
    <dgm:pt modelId="{D7A4B19E-CDBD-471A-BBDC-BA252B6B44DC}" type="pres">
      <dgm:prSet presAssocID="{6B776A3E-58E4-44F0-BF53-86E93716236E}" presName="iconBgRect" presStyleLbl="bgShp" presStyleIdx="2" presStyleCnt="4"/>
      <dgm:spPr/>
    </dgm:pt>
    <dgm:pt modelId="{C845783C-446D-4D95-83C1-F9597EE6B871}" type="pres">
      <dgm:prSet presAssocID="{6B776A3E-58E4-44F0-BF53-86E93716236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AD6B593D-9965-404B-98D8-6EA859523440}" type="pres">
      <dgm:prSet presAssocID="{6B776A3E-58E4-44F0-BF53-86E93716236E}" presName="spaceRect" presStyleCnt="0"/>
      <dgm:spPr/>
    </dgm:pt>
    <dgm:pt modelId="{19C791D6-2634-46AC-8F15-6FB3154700ED}" type="pres">
      <dgm:prSet presAssocID="{6B776A3E-58E4-44F0-BF53-86E93716236E}" presName="textRect" presStyleLbl="revTx" presStyleIdx="2" presStyleCnt="4">
        <dgm:presLayoutVars>
          <dgm:chMax val="1"/>
          <dgm:chPref val="1"/>
        </dgm:presLayoutVars>
      </dgm:prSet>
      <dgm:spPr/>
    </dgm:pt>
    <dgm:pt modelId="{2EE0AF45-7DB0-4B3F-9E4F-24B2C1594BDD}" type="pres">
      <dgm:prSet presAssocID="{BDAAF431-2517-42E3-A16D-C183EF797CDA}" presName="sibTrans" presStyleLbl="sibTrans2D1" presStyleIdx="0" presStyleCnt="0"/>
      <dgm:spPr/>
    </dgm:pt>
    <dgm:pt modelId="{9FD171B8-DA65-4FBA-A06C-A5B3B8212DF1}" type="pres">
      <dgm:prSet presAssocID="{450F9110-9BB6-42F4-8CCF-6A7CF5634125}" presName="compNode" presStyleCnt="0"/>
      <dgm:spPr/>
    </dgm:pt>
    <dgm:pt modelId="{1EA1EEE4-AD3C-43DD-8977-B7958C3ED821}" type="pres">
      <dgm:prSet presAssocID="{450F9110-9BB6-42F4-8CCF-6A7CF5634125}" presName="iconBgRect" presStyleLbl="bgShp" presStyleIdx="3" presStyleCnt="4"/>
      <dgm:spPr/>
    </dgm:pt>
    <dgm:pt modelId="{968464B8-7D0B-42D4-9DF5-A653560B2A31}" type="pres">
      <dgm:prSet presAssocID="{450F9110-9BB6-42F4-8CCF-6A7CF563412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fused Person"/>
        </a:ext>
      </dgm:extLst>
    </dgm:pt>
    <dgm:pt modelId="{71435CE7-07B9-4B36-B775-921D7DA6C8C4}" type="pres">
      <dgm:prSet presAssocID="{450F9110-9BB6-42F4-8CCF-6A7CF5634125}" presName="spaceRect" presStyleCnt="0"/>
      <dgm:spPr/>
    </dgm:pt>
    <dgm:pt modelId="{02C58841-EC1A-4FAB-B918-D04E2BBAD970}" type="pres">
      <dgm:prSet presAssocID="{450F9110-9BB6-42F4-8CCF-6A7CF563412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B5C771D-2BE6-4F19-B035-25AD9068308C}" srcId="{6F5D0230-C065-4ED1-A366-109DA008BB34}" destId="{6B776A3E-58E4-44F0-BF53-86E93716236E}" srcOrd="2" destOrd="0" parTransId="{6A8D6C02-06AE-46AB-962A-12A2C93EC296}" sibTransId="{BDAAF431-2517-42E3-A16D-C183EF797CDA}"/>
    <dgm:cxn modelId="{474A4461-B47B-43E1-B761-B4F9570EF85F}" type="presOf" srcId="{E580197D-C981-44D9-8BE9-A35D07D6FF0B}" destId="{FB2201E4-8799-4F21-B8EB-C0AB53C1E8C1}" srcOrd="0" destOrd="0" presId="urn:microsoft.com/office/officeart/2018/2/layout/IconCircleList"/>
    <dgm:cxn modelId="{2C912D74-FCCA-4566-ACE9-0DACEE5A6B82}" type="presOf" srcId="{410B0607-041D-4D87-A275-2C8DB7B9FFB2}" destId="{7F20F58C-0DB0-48D2-9F8B-CA1294E19E26}" srcOrd="0" destOrd="0" presId="urn:microsoft.com/office/officeart/2018/2/layout/IconCircleList"/>
    <dgm:cxn modelId="{4A9FBD88-C99A-4337-ABB1-DEB49ED45214}" srcId="{6F5D0230-C065-4ED1-A366-109DA008BB34}" destId="{450F9110-9BB6-42F4-8CCF-6A7CF5634125}" srcOrd="3" destOrd="0" parTransId="{3C7B63FA-C91E-43AD-AFDC-4F3B12695208}" sibTransId="{52D7FBEE-D0FF-4D4D-9C06-31BFC1E6B874}"/>
    <dgm:cxn modelId="{64A26B8D-B500-4E5D-9988-1220510BC986}" srcId="{6F5D0230-C065-4ED1-A366-109DA008BB34}" destId="{410B0607-041D-4D87-A275-2C8DB7B9FFB2}" srcOrd="0" destOrd="0" parTransId="{649033AA-DA68-4F03-8D7C-7A56B49F12F4}" sibTransId="{40A5C32E-5213-4DCD-8A9A-6E360AFFC4C1}"/>
    <dgm:cxn modelId="{AFCC319C-1A08-4F83-9A32-A62B64BD0EBD}" type="presOf" srcId="{D3E53018-D997-423C-BFDB-5B268960FC0D}" destId="{4E27D210-66ED-4FDA-8881-2D0DA359AD2D}" srcOrd="0" destOrd="0" presId="urn:microsoft.com/office/officeart/2018/2/layout/IconCircleList"/>
    <dgm:cxn modelId="{CCD35FA7-6D75-4E18-99C8-BB3190CBF045}" type="presOf" srcId="{BDAAF431-2517-42E3-A16D-C183EF797CDA}" destId="{2EE0AF45-7DB0-4B3F-9E4F-24B2C1594BDD}" srcOrd="0" destOrd="0" presId="urn:microsoft.com/office/officeart/2018/2/layout/IconCircleList"/>
    <dgm:cxn modelId="{2B63A0D6-B6EA-4916-B3F7-067A03561E12}" type="presOf" srcId="{40A5C32E-5213-4DCD-8A9A-6E360AFFC4C1}" destId="{C0C76A72-8B2E-47EE-A6CF-96C1385C6FD1}" srcOrd="0" destOrd="0" presId="urn:microsoft.com/office/officeart/2018/2/layout/IconCircleList"/>
    <dgm:cxn modelId="{01CBBAD8-A0EA-4723-8884-24A96F825290}" type="presOf" srcId="{6F5D0230-C065-4ED1-A366-109DA008BB34}" destId="{B406D2AB-04E0-4328-A909-FE3F3CB3E9B5}" srcOrd="0" destOrd="0" presId="urn:microsoft.com/office/officeart/2018/2/layout/IconCircleList"/>
    <dgm:cxn modelId="{EF18F4EE-720C-480D-A471-EE5F9116A620}" srcId="{6F5D0230-C065-4ED1-A366-109DA008BB34}" destId="{E580197D-C981-44D9-8BE9-A35D07D6FF0B}" srcOrd="1" destOrd="0" parTransId="{8E51D279-7F77-46C6-8C73-4EBA5AC12EB3}" sibTransId="{D3E53018-D997-423C-BFDB-5B268960FC0D}"/>
    <dgm:cxn modelId="{9431FBEE-11DB-4579-8A82-C88EF9FBB7A9}" type="presOf" srcId="{6B776A3E-58E4-44F0-BF53-86E93716236E}" destId="{19C791D6-2634-46AC-8F15-6FB3154700ED}" srcOrd="0" destOrd="0" presId="urn:microsoft.com/office/officeart/2018/2/layout/IconCircleList"/>
    <dgm:cxn modelId="{48664CEF-C73A-4090-B0A4-AD2336B17AE6}" type="presOf" srcId="{450F9110-9BB6-42F4-8CCF-6A7CF5634125}" destId="{02C58841-EC1A-4FAB-B918-D04E2BBAD970}" srcOrd="0" destOrd="0" presId="urn:microsoft.com/office/officeart/2018/2/layout/IconCircleList"/>
    <dgm:cxn modelId="{6FCF5CF3-7EE2-44FE-A1B8-5172BE4B50A1}" type="presParOf" srcId="{B406D2AB-04E0-4328-A909-FE3F3CB3E9B5}" destId="{3D82DF24-46B0-4CFA-BE40-52F8D7C747F7}" srcOrd="0" destOrd="0" presId="urn:microsoft.com/office/officeart/2018/2/layout/IconCircleList"/>
    <dgm:cxn modelId="{0BC67DE2-C99F-4260-9A82-C5D7E3850A62}" type="presParOf" srcId="{3D82DF24-46B0-4CFA-BE40-52F8D7C747F7}" destId="{5B5F0A8F-6DE3-45CC-AFE2-22682D702B5C}" srcOrd="0" destOrd="0" presId="urn:microsoft.com/office/officeart/2018/2/layout/IconCircleList"/>
    <dgm:cxn modelId="{BE1BDB85-DB05-4096-9B9C-B3C492E00855}" type="presParOf" srcId="{5B5F0A8F-6DE3-45CC-AFE2-22682D702B5C}" destId="{1FFD4579-B713-4816-B79F-34319C8C7AEF}" srcOrd="0" destOrd="0" presId="urn:microsoft.com/office/officeart/2018/2/layout/IconCircleList"/>
    <dgm:cxn modelId="{D6B1FA85-114C-4454-8C77-070D38D55295}" type="presParOf" srcId="{5B5F0A8F-6DE3-45CC-AFE2-22682D702B5C}" destId="{6B2FB6B4-F3DB-4F5F-A0C2-EA4A0D2D3294}" srcOrd="1" destOrd="0" presId="urn:microsoft.com/office/officeart/2018/2/layout/IconCircleList"/>
    <dgm:cxn modelId="{872A7C05-79A2-4A8C-A894-AE3A1649CBB1}" type="presParOf" srcId="{5B5F0A8F-6DE3-45CC-AFE2-22682D702B5C}" destId="{04B0B6B6-9A81-45C2-9CD6-45A3FAB52F82}" srcOrd="2" destOrd="0" presId="urn:microsoft.com/office/officeart/2018/2/layout/IconCircleList"/>
    <dgm:cxn modelId="{6089F957-8562-4B8F-983D-2DC721A56D99}" type="presParOf" srcId="{5B5F0A8F-6DE3-45CC-AFE2-22682D702B5C}" destId="{7F20F58C-0DB0-48D2-9F8B-CA1294E19E26}" srcOrd="3" destOrd="0" presId="urn:microsoft.com/office/officeart/2018/2/layout/IconCircleList"/>
    <dgm:cxn modelId="{7A7FA38F-1425-4D51-9210-C7AADDA0471A}" type="presParOf" srcId="{3D82DF24-46B0-4CFA-BE40-52F8D7C747F7}" destId="{C0C76A72-8B2E-47EE-A6CF-96C1385C6FD1}" srcOrd="1" destOrd="0" presId="urn:microsoft.com/office/officeart/2018/2/layout/IconCircleList"/>
    <dgm:cxn modelId="{FA07934B-936A-4C30-A4E8-E15C13B16513}" type="presParOf" srcId="{3D82DF24-46B0-4CFA-BE40-52F8D7C747F7}" destId="{04408F35-A469-4A51-9D5D-B2BE109E940E}" srcOrd="2" destOrd="0" presId="urn:microsoft.com/office/officeart/2018/2/layout/IconCircleList"/>
    <dgm:cxn modelId="{28DC2635-6F61-4D30-B810-B6527A200A92}" type="presParOf" srcId="{04408F35-A469-4A51-9D5D-B2BE109E940E}" destId="{EF79CDE3-4521-404B-9EF7-0C42A129600A}" srcOrd="0" destOrd="0" presId="urn:microsoft.com/office/officeart/2018/2/layout/IconCircleList"/>
    <dgm:cxn modelId="{97543C98-2DEB-4AD1-82A4-B47745E4DAF5}" type="presParOf" srcId="{04408F35-A469-4A51-9D5D-B2BE109E940E}" destId="{E876AB2D-12AB-4056-9B12-917895EFD0B3}" srcOrd="1" destOrd="0" presId="urn:microsoft.com/office/officeart/2018/2/layout/IconCircleList"/>
    <dgm:cxn modelId="{E8A3E716-2815-4B72-B0EC-65E6AF7606E4}" type="presParOf" srcId="{04408F35-A469-4A51-9D5D-B2BE109E940E}" destId="{83CFCEDB-6140-40B3-BCD3-85AEAC3B40AA}" srcOrd="2" destOrd="0" presId="urn:microsoft.com/office/officeart/2018/2/layout/IconCircleList"/>
    <dgm:cxn modelId="{38D38D35-15B1-4DCA-BE64-3299E21F6955}" type="presParOf" srcId="{04408F35-A469-4A51-9D5D-B2BE109E940E}" destId="{FB2201E4-8799-4F21-B8EB-C0AB53C1E8C1}" srcOrd="3" destOrd="0" presId="urn:microsoft.com/office/officeart/2018/2/layout/IconCircleList"/>
    <dgm:cxn modelId="{7276387E-B321-47A8-A335-0E3F2B2A485C}" type="presParOf" srcId="{3D82DF24-46B0-4CFA-BE40-52F8D7C747F7}" destId="{4E27D210-66ED-4FDA-8881-2D0DA359AD2D}" srcOrd="3" destOrd="0" presId="urn:microsoft.com/office/officeart/2018/2/layout/IconCircleList"/>
    <dgm:cxn modelId="{46A70ABC-BCFB-4EA6-AF5A-0268A8980332}" type="presParOf" srcId="{3D82DF24-46B0-4CFA-BE40-52F8D7C747F7}" destId="{F9C96A8E-BED6-4836-AF6E-93725D3DF5CF}" srcOrd="4" destOrd="0" presId="urn:microsoft.com/office/officeart/2018/2/layout/IconCircleList"/>
    <dgm:cxn modelId="{0793B186-7843-4497-BCD5-F09102759486}" type="presParOf" srcId="{F9C96A8E-BED6-4836-AF6E-93725D3DF5CF}" destId="{D7A4B19E-CDBD-471A-BBDC-BA252B6B44DC}" srcOrd="0" destOrd="0" presId="urn:microsoft.com/office/officeart/2018/2/layout/IconCircleList"/>
    <dgm:cxn modelId="{2E5F3635-8653-4DBE-97ED-F4A2D9466C42}" type="presParOf" srcId="{F9C96A8E-BED6-4836-AF6E-93725D3DF5CF}" destId="{C845783C-446D-4D95-83C1-F9597EE6B871}" srcOrd="1" destOrd="0" presId="urn:microsoft.com/office/officeart/2018/2/layout/IconCircleList"/>
    <dgm:cxn modelId="{DF1A9F1C-98D6-4360-BA3C-6393373505C8}" type="presParOf" srcId="{F9C96A8E-BED6-4836-AF6E-93725D3DF5CF}" destId="{AD6B593D-9965-404B-98D8-6EA859523440}" srcOrd="2" destOrd="0" presId="urn:microsoft.com/office/officeart/2018/2/layout/IconCircleList"/>
    <dgm:cxn modelId="{4DC47D6E-7829-42C7-866C-14E20055986F}" type="presParOf" srcId="{F9C96A8E-BED6-4836-AF6E-93725D3DF5CF}" destId="{19C791D6-2634-46AC-8F15-6FB3154700ED}" srcOrd="3" destOrd="0" presId="urn:microsoft.com/office/officeart/2018/2/layout/IconCircleList"/>
    <dgm:cxn modelId="{6AB93BEC-6691-4152-B76D-F025A1CDAF84}" type="presParOf" srcId="{3D82DF24-46B0-4CFA-BE40-52F8D7C747F7}" destId="{2EE0AF45-7DB0-4B3F-9E4F-24B2C1594BDD}" srcOrd="5" destOrd="0" presId="urn:microsoft.com/office/officeart/2018/2/layout/IconCircleList"/>
    <dgm:cxn modelId="{8A98325A-5AE2-45D4-B300-DF8612423BA5}" type="presParOf" srcId="{3D82DF24-46B0-4CFA-BE40-52F8D7C747F7}" destId="{9FD171B8-DA65-4FBA-A06C-A5B3B8212DF1}" srcOrd="6" destOrd="0" presId="urn:microsoft.com/office/officeart/2018/2/layout/IconCircleList"/>
    <dgm:cxn modelId="{EFDE4050-B503-421F-A14E-8654AE584A29}" type="presParOf" srcId="{9FD171B8-DA65-4FBA-A06C-A5B3B8212DF1}" destId="{1EA1EEE4-AD3C-43DD-8977-B7958C3ED821}" srcOrd="0" destOrd="0" presId="urn:microsoft.com/office/officeart/2018/2/layout/IconCircleList"/>
    <dgm:cxn modelId="{A69DD0B7-42A8-4D34-BA1E-34B70D755C66}" type="presParOf" srcId="{9FD171B8-DA65-4FBA-A06C-A5B3B8212DF1}" destId="{968464B8-7D0B-42D4-9DF5-A653560B2A31}" srcOrd="1" destOrd="0" presId="urn:microsoft.com/office/officeart/2018/2/layout/IconCircleList"/>
    <dgm:cxn modelId="{305C398D-0C2E-4FFC-B20D-A634534A47AB}" type="presParOf" srcId="{9FD171B8-DA65-4FBA-A06C-A5B3B8212DF1}" destId="{71435CE7-07B9-4B36-B775-921D7DA6C8C4}" srcOrd="2" destOrd="0" presId="urn:microsoft.com/office/officeart/2018/2/layout/IconCircleList"/>
    <dgm:cxn modelId="{53F584CC-C9BD-4497-87FB-DAE90056475B}" type="presParOf" srcId="{9FD171B8-DA65-4FBA-A06C-A5B3B8212DF1}" destId="{02C58841-EC1A-4FAB-B918-D04E2BBAD97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38EBB73-6E6D-45DC-B3E5-043D3E00524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AE52201-610D-4DFA-B6FB-BF19E364674C}">
      <dgm:prSet/>
      <dgm:spPr/>
      <dgm:t>
        <a:bodyPr/>
        <a:lstStyle/>
        <a:p>
          <a:r>
            <a:rPr lang="en-US" dirty="0"/>
            <a:t>Leaders shape culture, but not all leaders are ready to support a just culture.</a:t>
          </a:r>
        </a:p>
      </dgm:t>
    </dgm:pt>
    <dgm:pt modelId="{35481EC7-4D8A-4DBF-A2B8-FD67C7968416}" type="parTrans" cxnId="{5031D5C1-1BC4-47EC-B9A0-98A1E216878D}">
      <dgm:prSet/>
      <dgm:spPr/>
      <dgm:t>
        <a:bodyPr/>
        <a:lstStyle/>
        <a:p>
          <a:endParaRPr lang="en-US"/>
        </a:p>
      </dgm:t>
    </dgm:pt>
    <dgm:pt modelId="{0164AEE5-63B9-42A3-8062-4220C732334D}" type="sibTrans" cxnId="{5031D5C1-1BC4-47EC-B9A0-98A1E216878D}">
      <dgm:prSet/>
      <dgm:spPr/>
      <dgm:t>
        <a:bodyPr/>
        <a:lstStyle/>
        <a:p>
          <a:endParaRPr lang="en-US"/>
        </a:p>
      </dgm:t>
    </dgm:pt>
    <dgm:pt modelId="{3C26F6A7-94BD-4E05-8895-F03FA789E50D}">
      <dgm:prSet/>
      <dgm:spPr/>
      <dgm:t>
        <a:bodyPr/>
        <a:lstStyle/>
        <a:p>
          <a:r>
            <a:rPr lang="en-US" dirty="0"/>
            <a:t>Some fear losing authority or control</a:t>
          </a:r>
        </a:p>
      </dgm:t>
    </dgm:pt>
    <dgm:pt modelId="{EDBDA2BF-ACEF-422C-AB8B-E58CFDA281C2}" type="parTrans" cxnId="{BA72F75F-AE33-4DE9-A5E0-FDD6A45CEE65}">
      <dgm:prSet/>
      <dgm:spPr/>
      <dgm:t>
        <a:bodyPr/>
        <a:lstStyle/>
        <a:p>
          <a:endParaRPr lang="en-US"/>
        </a:p>
      </dgm:t>
    </dgm:pt>
    <dgm:pt modelId="{B8DEA3AA-3447-4C8D-BCBC-925F0D713589}" type="sibTrans" cxnId="{BA72F75F-AE33-4DE9-A5E0-FDD6A45CEE65}">
      <dgm:prSet/>
      <dgm:spPr/>
      <dgm:t>
        <a:bodyPr/>
        <a:lstStyle/>
        <a:p>
          <a:endParaRPr lang="en-US"/>
        </a:p>
      </dgm:t>
    </dgm:pt>
    <dgm:pt modelId="{981AB2B3-5472-4ED0-9759-2E3B43129614}">
      <dgm:prSet/>
      <dgm:spPr/>
      <dgm:t>
        <a:bodyPr/>
        <a:lstStyle/>
        <a:p>
          <a:r>
            <a:rPr lang="en-US" dirty="0"/>
            <a:t>Others confuse “just culture” with “no accountability”</a:t>
          </a:r>
        </a:p>
      </dgm:t>
    </dgm:pt>
    <dgm:pt modelId="{AA80E888-6681-484C-B4B8-03928138B421}" type="parTrans" cxnId="{52B09169-82EC-4779-961C-AD5F3071033F}">
      <dgm:prSet/>
      <dgm:spPr/>
      <dgm:t>
        <a:bodyPr/>
        <a:lstStyle/>
        <a:p>
          <a:endParaRPr lang="en-US"/>
        </a:p>
      </dgm:t>
    </dgm:pt>
    <dgm:pt modelId="{D3C44FC1-C945-4132-AE77-2EFA4634C3F6}" type="sibTrans" cxnId="{52B09169-82EC-4779-961C-AD5F3071033F}">
      <dgm:prSet/>
      <dgm:spPr/>
      <dgm:t>
        <a:bodyPr/>
        <a:lstStyle/>
        <a:p>
          <a:endParaRPr lang="en-US"/>
        </a:p>
      </dgm:t>
    </dgm:pt>
    <dgm:pt modelId="{4D4BFE7D-F720-48C4-AE8B-53B7A8D41F92}">
      <dgm:prSet/>
      <dgm:spPr/>
      <dgm:t>
        <a:bodyPr/>
        <a:lstStyle/>
        <a:p>
          <a:r>
            <a:rPr lang="en-US" dirty="0"/>
            <a:t>Without leadership modeling trust, teams will often stay silent.</a:t>
          </a:r>
        </a:p>
      </dgm:t>
    </dgm:pt>
    <dgm:pt modelId="{45D4EE0F-45ED-4C01-8261-090F6B0A5C15}" type="parTrans" cxnId="{D28FA10C-4183-465D-BD92-4AD256914DCC}">
      <dgm:prSet/>
      <dgm:spPr/>
      <dgm:t>
        <a:bodyPr/>
        <a:lstStyle/>
        <a:p>
          <a:endParaRPr lang="en-US"/>
        </a:p>
      </dgm:t>
    </dgm:pt>
    <dgm:pt modelId="{AD7BD9F3-4DC5-4F5F-9EB8-80617CED1265}" type="sibTrans" cxnId="{D28FA10C-4183-465D-BD92-4AD256914DCC}">
      <dgm:prSet/>
      <dgm:spPr/>
      <dgm:t>
        <a:bodyPr/>
        <a:lstStyle/>
        <a:p>
          <a:endParaRPr lang="en-US"/>
        </a:p>
      </dgm:t>
    </dgm:pt>
    <dgm:pt modelId="{0DC784B6-6507-4691-B612-06855161D15D}">
      <dgm:prSet/>
      <dgm:spPr/>
      <dgm:t>
        <a:bodyPr/>
        <a:lstStyle/>
        <a:p>
          <a:r>
            <a:rPr lang="en-US" dirty="0"/>
            <a:t>Google SRE highlights that cultural transformation “starts at the top” (Google SRE, 2023).</a:t>
          </a:r>
        </a:p>
      </dgm:t>
    </dgm:pt>
    <dgm:pt modelId="{593330E3-CA95-4FEB-B88E-ED13F9513B0D}" type="parTrans" cxnId="{28228776-4E3C-4542-B5A8-5F0D87062EBE}">
      <dgm:prSet/>
      <dgm:spPr/>
      <dgm:t>
        <a:bodyPr/>
        <a:lstStyle/>
        <a:p>
          <a:endParaRPr lang="en-US"/>
        </a:p>
      </dgm:t>
    </dgm:pt>
    <dgm:pt modelId="{E491EB29-CF39-4C2E-8365-62BBF0C3EC39}" type="sibTrans" cxnId="{28228776-4E3C-4542-B5A8-5F0D87062EBE}">
      <dgm:prSet/>
      <dgm:spPr/>
      <dgm:t>
        <a:bodyPr/>
        <a:lstStyle/>
        <a:p>
          <a:endParaRPr lang="en-US"/>
        </a:p>
      </dgm:t>
    </dgm:pt>
    <dgm:pt modelId="{51517493-D52D-4E48-B975-4C1387045FE0}" type="pres">
      <dgm:prSet presAssocID="{D38EBB73-6E6D-45DC-B3E5-043D3E005242}" presName="root" presStyleCnt="0">
        <dgm:presLayoutVars>
          <dgm:dir/>
          <dgm:resizeHandles val="exact"/>
        </dgm:presLayoutVars>
      </dgm:prSet>
      <dgm:spPr/>
    </dgm:pt>
    <dgm:pt modelId="{D29D52E7-D413-4D8C-98EE-12EC28B515EB}" type="pres">
      <dgm:prSet presAssocID="{EAE52201-610D-4DFA-B6FB-BF19E364674C}" presName="compNode" presStyleCnt="0"/>
      <dgm:spPr/>
    </dgm:pt>
    <dgm:pt modelId="{3BFC269A-3778-42C3-A458-A9A82BFFF842}" type="pres">
      <dgm:prSet presAssocID="{EAE52201-610D-4DFA-B6FB-BF19E364674C}" presName="bgRect" presStyleLbl="bgShp" presStyleIdx="0" presStyleCnt="3"/>
      <dgm:spPr/>
    </dgm:pt>
    <dgm:pt modelId="{4A0D8CF9-6F9D-4364-A169-A93D1C370661}" type="pres">
      <dgm:prSet presAssocID="{EAE52201-610D-4DFA-B6FB-BF19E364674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81DC20E3-F773-4BD9-BFA5-A959315507A6}" type="pres">
      <dgm:prSet presAssocID="{EAE52201-610D-4DFA-B6FB-BF19E364674C}" presName="spaceRect" presStyleCnt="0"/>
      <dgm:spPr/>
    </dgm:pt>
    <dgm:pt modelId="{DB027C1F-E148-468E-98A5-5FA8478D0D88}" type="pres">
      <dgm:prSet presAssocID="{EAE52201-610D-4DFA-B6FB-BF19E364674C}" presName="parTx" presStyleLbl="revTx" presStyleIdx="0" presStyleCnt="4" custScaleX="99856">
        <dgm:presLayoutVars>
          <dgm:chMax val="0"/>
          <dgm:chPref val="0"/>
        </dgm:presLayoutVars>
      </dgm:prSet>
      <dgm:spPr/>
    </dgm:pt>
    <dgm:pt modelId="{64D852CF-FF1B-4538-8861-C5EC51546005}" type="pres">
      <dgm:prSet presAssocID="{EAE52201-610D-4DFA-B6FB-BF19E364674C}" presName="desTx" presStyleLbl="revTx" presStyleIdx="1" presStyleCnt="4">
        <dgm:presLayoutVars/>
      </dgm:prSet>
      <dgm:spPr/>
    </dgm:pt>
    <dgm:pt modelId="{A83C90EC-5342-486D-ADD5-17B4DC887198}" type="pres">
      <dgm:prSet presAssocID="{0164AEE5-63B9-42A3-8062-4220C732334D}" presName="sibTrans" presStyleCnt="0"/>
      <dgm:spPr/>
    </dgm:pt>
    <dgm:pt modelId="{B721B2FA-9C40-4D11-B9A3-0B46688D07B9}" type="pres">
      <dgm:prSet presAssocID="{4D4BFE7D-F720-48C4-AE8B-53B7A8D41F92}" presName="compNode" presStyleCnt="0"/>
      <dgm:spPr/>
    </dgm:pt>
    <dgm:pt modelId="{BAEB5EAA-AFD5-4152-A0D0-4A4759DF0413}" type="pres">
      <dgm:prSet presAssocID="{4D4BFE7D-F720-48C4-AE8B-53B7A8D41F92}" presName="bgRect" presStyleLbl="bgShp" presStyleIdx="1" presStyleCnt="3"/>
      <dgm:spPr/>
    </dgm:pt>
    <dgm:pt modelId="{A92317F4-A396-406C-BCFE-B8EDE4B140C4}" type="pres">
      <dgm:prSet presAssocID="{4D4BFE7D-F720-48C4-AE8B-53B7A8D41F9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0A2699ED-4423-4C4E-959B-01928EA8EC17}" type="pres">
      <dgm:prSet presAssocID="{4D4BFE7D-F720-48C4-AE8B-53B7A8D41F92}" presName="spaceRect" presStyleCnt="0"/>
      <dgm:spPr/>
    </dgm:pt>
    <dgm:pt modelId="{1363A040-BC9E-43FD-A83F-BE35AA275FCD}" type="pres">
      <dgm:prSet presAssocID="{4D4BFE7D-F720-48C4-AE8B-53B7A8D41F92}" presName="parTx" presStyleLbl="revTx" presStyleIdx="2" presStyleCnt="4">
        <dgm:presLayoutVars>
          <dgm:chMax val="0"/>
          <dgm:chPref val="0"/>
        </dgm:presLayoutVars>
      </dgm:prSet>
      <dgm:spPr/>
    </dgm:pt>
    <dgm:pt modelId="{019396DE-3FF0-47A7-95A5-2F017FF98FDB}" type="pres">
      <dgm:prSet presAssocID="{AD7BD9F3-4DC5-4F5F-9EB8-80617CED1265}" presName="sibTrans" presStyleCnt="0"/>
      <dgm:spPr/>
    </dgm:pt>
    <dgm:pt modelId="{92906D9E-9F9B-42A7-B157-A72C19B84A8F}" type="pres">
      <dgm:prSet presAssocID="{0DC784B6-6507-4691-B612-06855161D15D}" presName="compNode" presStyleCnt="0"/>
      <dgm:spPr/>
    </dgm:pt>
    <dgm:pt modelId="{31404A55-2E44-4B3B-AA63-B42509DF34DF}" type="pres">
      <dgm:prSet presAssocID="{0DC784B6-6507-4691-B612-06855161D15D}" presName="bgRect" presStyleLbl="bgShp" presStyleIdx="2" presStyleCnt="3"/>
      <dgm:spPr/>
    </dgm:pt>
    <dgm:pt modelId="{D182540E-94B0-4DD4-9179-40ED9B7F2071}" type="pres">
      <dgm:prSet presAssocID="{0DC784B6-6507-4691-B612-06855161D15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481BAF38-6ED7-48F7-926B-E90E7637DF4A}" type="pres">
      <dgm:prSet presAssocID="{0DC784B6-6507-4691-B612-06855161D15D}" presName="spaceRect" presStyleCnt="0"/>
      <dgm:spPr/>
    </dgm:pt>
    <dgm:pt modelId="{A0D1D0C1-587C-46B9-9072-CC7E7C452C95}" type="pres">
      <dgm:prSet presAssocID="{0DC784B6-6507-4691-B612-06855161D15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A827005-9ABB-4E35-A54D-CDDD4C7592E6}" type="presOf" srcId="{4D4BFE7D-F720-48C4-AE8B-53B7A8D41F92}" destId="{1363A040-BC9E-43FD-A83F-BE35AA275FCD}" srcOrd="0" destOrd="0" presId="urn:microsoft.com/office/officeart/2018/2/layout/IconVerticalSolidList"/>
    <dgm:cxn modelId="{D0AFB206-9299-4D22-AEFB-F16D64DFE39D}" type="presOf" srcId="{EAE52201-610D-4DFA-B6FB-BF19E364674C}" destId="{DB027C1F-E148-468E-98A5-5FA8478D0D88}" srcOrd="0" destOrd="0" presId="urn:microsoft.com/office/officeart/2018/2/layout/IconVerticalSolidList"/>
    <dgm:cxn modelId="{C605DB06-51CE-4B6F-B4BB-1677F8844EEB}" type="presOf" srcId="{3C26F6A7-94BD-4E05-8895-F03FA789E50D}" destId="{64D852CF-FF1B-4538-8861-C5EC51546005}" srcOrd="0" destOrd="0" presId="urn:microsoft.com/office/officeart/2018/2/layout/IconVerticalSolidList"/>
    <dgm:cxn modelId="{D28FA10C-4183-465D-BD92-4AD256914DCC}" srcId="{D38EBB73-6E6D-45DC-B3E5-043D3E005242}" destId="{4D4BFE7D-F720-48C4-AE8B-53B7A8D41F92}" srcOrd="1" destOrd="0" parTransId="{45D4EE0F-45ED-4C01-8261-090F6B0A5C15}" sibTransId="{AD7BD9F3-4DC5-4F5F-9EB8-80617CED1265}"/>
    <dgm:cxn modelId="{D0BBC540-D62F-4951-A65F-D68B6FFAEB17}" type="presOf" srcId="{981AB2B3-5472-4ED0-9759-2E3B43129614}" destId="{64D852CF-FF1B-4538-8861-C5EC51546005}" srcOrd="0" destOrd="1" presId="urn:microsoft.com/office/officeart/2018/2/layout/IconVerticalSolidList"/>
    <dgm:cxn modelId="{BA72F75F-AE33-4DE9-A5E0-FDD6A45CEE65}" srcId="{EAE52201-610D-4DFA-B6FB-BF19E364674C}" destId="{3C26F6A7-94BD-4E05-8895-F03FA789E50D}" srcOrd="0" destOrd="0" parTransId="{EDBDA2BF-ACEF-422C-AB8B-E58CFDA281C2}" sibTransId="{B8DEA3AA-3447-4C8D-BCBC-925F0D713589}"/>
    <dgm:cxn modelId="{52B09169-82EC-4779-961C-AD5F3071033F}" srcId="{EAE52201-610D-4DFA-B6FB-BF19E364674C}" destId="{981AB2B3-5472-4ED0-9759-2E3B43129614}" srcOrd="1" destOrd="0" parTransId="{AA80E888-6681-484C-B4B8-03928138B421}" sibTransId="{D3C44FC1-C945-4132-AE77-2EFA4634C3F6}"/>
    <dgm:cxn modelId="{28228776-4E3C-4542-B5A8-5F0D87062EBE}" srcId="{D38EBB73-6E6D-45DC-B3E5-043D3E005242}" destId="{0DC784B6-6507-4691-B612-06855161D15D}" srcOrd="2" destOrd="0" parTransId="{593330E3-CA95-4FEB-B88E-ED13F9513B0D}" sibTransId="{E491EB29-CF39-4C2E-8365-62BBF0C3EC39}"/>
    <dgm:cxn modelId="{C81DAA5A-A4BE-4722-8664-8AE6CCDA6A09}" type="presOf" srcId="{0DC784B6-6507-4691-B612-06855161D15D}" destId="{A0D1D0C1-587C-46B9-9072-CC7E7C452C95}" srcOrd="0" destOrd="0" presId="urn:microsoft.com/office/officeart/2018/2/layout/IconVerticalSolidList"/>
    <dgm:cxn modelId="{5F67B17D-0CB4-478C-BEBA-A81B05F33CA8}" type="presOf" srcId="{D38EBB73-6E6D-45DC-B3E5-043D3E005242}" destId="{51517493-D52D-4E48-B975-4C1387045FE0}" srcOrd="0" destOrd="0" presId="urn:microsoft.com/office/officeart/2018/2/layout/IconVerticalSolidList"/>
    <dgm:cxn modelId="{5031D5C1-1BC4-47EC-B9A0-98A1E216878D}" srcId="{D38EBB73-6E6D-45DC-B3E5-043D3E005242}" destId="{EAE52201-610D-4DFA-B6FB-BF19E364674C}" srcOrd="0" destOrd="0" parTransId="{35481EC7-4D8A-4DBF-A2B8-FD67C7968416}" sibTransId="{0164AEE5-63B9-42A3-8062-4220C732334D}"/>
    <dgm:cxn modelId="{78DD0B25-FC42-4F3C-8488-EB683B3369A6}" type="presParOf" srcId="{51517493-D52D-4E48-B975-4C1387045FE0}" destId="{D29D52E7-D413-4D8C-98EE-12EC28B515EB}" srcOrd="0" destOrd="0" presId="urn:microsoft.com/office/officeart/2018/2/layout/IconVerticalSolidList"/>
    <dgm:cxn modelId="{35A688E1-C36D-43B7-B66B-0F4043C84BA4}" type="presParOf" srcId="{D29D52E7-D413-4D8C-98EE-12EC28B515EB}" destId="{3BFC269A-3778-42C3-A458-A9A82BFFF842}" srcOrd="0" destOrd="0" presId="urn:microsoft.com/office/officeart/2018/2/layout/IconVerticalSolidList"/>
    <dgm:cxn modelId="{B03574E6-DF82-4D3A-B972-C11694D42530}" type="presParOf" srcId="{D29D52E7-D413-4D8C-98EE-12EC28B515EB}" destId="{4A0D8CF9-6F9D-4364-A169-A93D1C370661}" srcOrd="1" destOrd="0" presId="urn:microsoft.com/office/officeart/2018/2/layout/IconVerticalSolidList"/>
    <dgm:cxn modelId="{B087883A-9F3C-40A9-B7F9-6931C86DEC22}" type="presParOf" srcId="{D29D52E7-D413-4D8C-98EE-12EC28B515EB}" destId="{81DC20E3-F773-4BD9-BFA5-A959315507A6}" srcOrd="2" destOrd="0" presId="urn:microsoft.com/office/officeart/2018/2/layout/IconVerticalSolidList"/>
    <dgm:cxn modelId="{018ECB6F-0906-4554-90E8-37B967AE5843}" type="presParOf" srcId="{D29D52E7-D413-4D8C-98EE-12EC28B515EB}" destId="{DB027C1F-E148-468E-98A5-5FA8478D0D88}" srcOrd="3" destOrd="0" presId="urn:microsoft.com/office/officeart/2018/2/layout/IconVerticalSolidList"/>
    <dgm:cxn modelId="{9387FD05-C12E-4A24-A812-BF4D66FA088E}" type="presParOf" srcId="{D29D52E7-D413-4D8C-98EE-12EC28B515EB}" destId="{64D852CF-FF1B-4538-8861-C5EC51546005}" srcOrd="4" destOrd="0" presId="urn:microsoft.com/office/officeart/2018/2/layout/IconVerticalSolidList"/>
    <dgm:cxn modelId="{DC11BD90-C820-4EC3-9EB6-E484340F72A6}" type="presParOf" srcId="{51517493-D52D-4E48-B975-4C1387045FE0}" destId="{A83C90EC-5342-486D-ADD5-17B4DC887198}" srcOrd="1" destOrd="0" presId="urn:microsoft.com/office/officeart/2018/2/layout/IconVerticalSolidList"/>
    <dgm:cxn modelId="{9DC45F49-DCBA-411F-8417-7C16D4338CEA}" type="presParOf" srcId="{51517493-D52D-4E48-B975-4C1387045FE0}" destId="{B721B2FA-9C40-4D11-B9A3-0B46688D07B9}" srcOrd="2" destOrd="0" presId="urn:microsoft.com/office/officeart/2018/2/layout/IconVerticalSolidList"/>
    <dgm:cxn modelId="{6E02DF1F-AC71-489E-9E1C-CB1F5DE169E5}" type="presParOf" srcId="{B721B2FA-9C40-4D11-B9A3-0B46688D07B9}" destId="{BAEB5EAA-AFD5-4152-A0D0-4A4759DF0413}" srcOrd="0" destOrd="0" presId="urn:microsoft.com/office/officeart/2018/2/layout/IconVerticalSolidList"/>
    <dgm:cxn modelId="{FC0E76EC-856B-4572-8C66-36EBAF778885}" type="presParOf" srcId="{B721B2FA-9C40-4D11-B9A3-0B46688D07B9}" destId="{A92317F4-A396-406C-BCFE-B8EDE4B140C4}" srcOrd="1" destOrd="0" presId="urn:microsoft.com/office/officeart/2018/2/layout/IconVerticalSolidList"/>
    <dgm:cxn modelId="{988F07A8-3EEA-4D37-B400-C14FEDD7092C}" type="presParOf" srcId="{B721B2FA-9C40-4D11-B9A3-0B46688D07B9}" destId="{0A2699ED-4423-4C4E-959B-01928EA8EC17}" srcOrd="2" destOrd="0" presId="urn:microsoft.com/office/officeart/2018/2/layout/IconVerticalSolidList"/>
    <dgm:cxn modelId="{90872172-B35E-4187-BE82-1DF84C68CCB7}" type="presParOf" srcId="{B721B2FA-9C40-4D11-B9A3-0B46688D07B9}" destId="{1363A040-BC9E-43FD-A83F-BE35AA275FCD}" srcOrd="3" destOrd="0" presId="urn:microsoft.com/office/officeart/2018/2/layout/IconVerticalSolidList"/>
    <dgm:cxn modelId="{76F78443-40CF-4AA7-8CDA-0ABD41F13DD1}" type="presParOf" srcId="{51517493-D52D-4E48-B975-4C1387045FE0}" destId="{019396DE-3FF0-47A7-95A5-2F017FF98FDB}" srcOrd="3" destOrd="0" presId="urn:microsoft.com/office/officeart/2018/2/layout/IconVerticalSolidList"/>
    <dgm:cxn modelId="{43EE0DC3-5546-437A-BB3C-334BA0F3E871}" type="presParOf" srcId="{51517493-D52D-4E48-B975-4C1387045FE0}" destId="{92906D9E-9F9B-42A7-B157-A72C19B84A8F}" srcOrd="4" destOrd="0" presId="urn:microsoft.com/office/officeart/2018/2/layout/IconVerticalSolidList"/>
    <dgm:cxn modelId="{956F332B-CC35-423A-94D7-9FD4C5769F37}" type="presParOf" srcId="{92906D9E-9F9B-42A7-B157-A72C19B84A8F}" destId="{31404A55-2E44-4B3B-AA63-B42509DF34DF}" srcOrd="0" destOrd="0" presId="urn:microsoft.com/office/officeart/2018/2/layout/IconVerticalSolidList"/>
    <dgm:cxn modelId="{9D8EC2B0-8E0E-4EC8-92AC-BA92405B72CA}" type="presParOf" srcId="{92906D9E-9F9B-42A7-B157-A72C19B84A8F}" destId="{D182540E-94B0-4DD4-9179-40ED9B7F2071}" srcOrd="1" destOrd="0" presId="urn:microsoft.com/office/officeart/2018/2/layout/IconVerticalSolidList"/>
    <dgm:cxn modelId="{1945FB72-08D7-4A74-A544-AE6C815871AF}" type="presParOf" srcId="{92906D9E-9F9B-42A7-B157-A72C19B84A8F}" destId="{481BAF38-6ED7-48F7-926B-E90E7637DF4A}" srcOrd="2" destOrd="0" presId="urn:microsoft.com/office/officeart/2018/2/layout/IconVerticalSolidList"/>
    <dgm:cxn modelId="{3FCF2FC7-62EA-4DAC-AC00-07ED73C6584A}" type="presParOf" srcId="{92906D9E-9F9B-42A7-B157-A72C19B84A8F}" destId="{A0D1D0C1-587C-46B9-9072-CC7E7C452C9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DE0D9F-AD64-463F-808A-1486BCD9C811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C011DDD-4D6E-438B-9A35-DB82C0CE8C3F}">
      <dgm:prSet/>
      <dgm:spPr/>
      <dgm:t>
        <a:bodyPr/>
        <a:lstStyle/>
        <a:p>
          <a:r>
            <a:rPr lang="en-US" dirty="0"/>
            <a:t>Etsy uses a just culture model focused on learning, not punishment</a:t>
          </a:r>
        </a:p>
      </dgm:t>
    </dgm:pt>
    <dgm:pt modelId="{E423B5DD-9A20-4D66-B733-86EF4D5E8BD2}" type="parTrans" cxnId="{6719210B-1637-495B-BD96-DC99B8CF7787}">
      <dgm:prSet/>
      <dgm:spPr/>
      <dgm:t>
        <a:bodyPr/>
        <a:lstStyle/>
        <a:p>
          <a:endParaRPr lang="en-US"/>
        </a:p>
      </dgm:t>
    </dgm:pt>
    <dgm:pt modelId="{9F3153F8-DBD0-4618-9A47-5CA4F4106E6E}" type="sibTrans" cxnId="{6719210B-1637-495B-BD96-DC99B8CF7787}">
      <dgm:prSet/>
      <dgm:spPr/>
      <dgm:t>
        <a:bodyPr/>
        <a:lstStyle/>
        <a:p>
          <a:endParaRPr lang="en-US" dirty="0"/>
        </a:p>
      </dgm:t>
    </dgm:pt>
    <dgm:pt modelId="{995B7CC1-BD2E-4F47-95A7-908EE776A5B8}">
      <dgm:prSet/>
      <dgm:spPr/>
      <dgm:t>
        <a:bodyPr/>
        <a:lstStyle/>
        <a:p>
          <a:r>
            <a:rPr lang="en-US" b="0" dirty="0"/>
            <a:t>Outages are followed by blameless postmortems</a:t>
          </a:r>
        </a:p>
      </dgm:t>
    </dgm:pt>
    <dgm:pt modelId="{DB686958-CEB0-4431-890B-923E5F33D3B5}" type="parTrans" cxnId="{5485ADA1-72A2-4599-98C6-C91165559829}">
      <dgm:prSet/>
      <dgm:spPr/>
      <dgm:t>
        <a:bodyPr/>
        <a:lstStyle/>
        <a:p>
          <a:endParaRPr lang="en-US"/>
        </a:p>
      </dgm:t>
    </dgm:pt>
    <dgm:pt modelId="{3015270A-5B16-4731-8985-2D7267AD2C25}" type="sibTrans" cxnId="{5485ADA1-72A2-4599-98C6-C91165559829}">
      <dgm:prSet/>
      <dgm:spPr/>
      <dgm:t>
        <a:bodyPr/>
        <a:lstStyle/>
        <a:p>
          <a:endParaRPr lang="en-US" dirty="0"/>
        </a:p>
      </dgm:t>
    </dgm:pt>
    <dgm:pt modelId="{EF802E03-D756-4BEC-A46A-BFB5A0D43C09}">
      <dgm:prSet/>
      <dgm:spPr/>
      <dgm:t>
        <a:bodyPr/>
        <a:lstStyle/>
        <a:p>
          <a:r>
            <a:rPr lang="en-US" i="0" dirty="0"/>
            <a:t>Engineers share what happened without fear</a:t>
          </a:r>
        </a:p>
      </dgm:t>
    </dgm:pt>
    <dgm:pt modelId="{CF5E92BA-0294-4F56-89A5-92F6DD9B9238}" type="parTrans" cxnId="{E99FCE90-A3E6-4FBE-8D7F-B7215185E971}">
      <dgm:prSet/>
      <dgm:spPr/>
      <dgm:t>
        <a:bodyPr/>
        <a:lstStyle/>
        <a:p>
          <a:endParaRPr lang="en-US"/>
        </a:p>
      </dgm:t>
    </dgm:pt>
    <dgm:pt modelId="{0E953DDC-1280-4BC3-91A6-9121A0A7BE65}" type="sibTrans" cxnId="{E99FCE90-A3E6-4FBE-8D7F-B7215185E971}">
      <dgm:prSet/>
      <dgm:spPr/>
      <dgm:t>
        <a:bodyPr/>
        <a:lstStyle/>
        <a:p>
          <a:endParaRPr lang="en-US" dirty="0"/>
        </a:p>
      </dgm:t>
    </dgm:pt>
    <dgm:pt modelId="{21A4C6D1-EC65-4E74-889C-7E553AF75D3C}">
      <dgm:prSet/>
      <dgm:spPr/>
      <dgm:t>
        <a:bodyPr/>
        <a:lstStyle/>
        <a:p>
          <a:r>
            <a:rPr lang="en-US" dirty="0"/>
            <a:t>This transparency leads to deeper system improvements</a:t>
          </a:r>
        </a:p>
      </dgm:t>
    </dgm:pt>
    <dgm:pt modelId="{328760CF-0D55-4C62-831D-EA0665A8DB00}" type="parTrans" cxnId="{AE331CED-1BD5-47F7-97E3-5C52EA89A17B}">
      <dgm:prSet/>
      <dgm:spPr/>
      <dgm:t>
        <a:bodyPr/>
        <a:lstStyle/>
        <a:p>
          <a:endParaRPr lang="en-US"/>
        </a:p>
      </dgm:t>
    </dgm:pt>
    <dgm:pt modelId="{2A8AC9BB-73B6-4696-A7C0-D61801407BD0}" type="sibTrans" cxnId="{AE331CED-1BD5-47F7-97E3-5C52EA89A17B}">
      <dgm:prSet/>
      <dgm:spPr/>
      <dgm:t>
        <a:bodyPr/>
        <a:lstStyle/>
        <a:p>
          <a:endParaRPr lang="en-US"/>
        </a:p>
      </dgm:t>
    </dgm:pt>
    <dgm:pt modelId="{3F313479-D45E-4545-9ABA-02ECD668332D}" type="pres">
      <dgm:prSet presAssocID="{95DE0D9F-AD64-463F-808A-1486BCD9C811}" presName="Name0" presStyleCnt="0">
        <dgm:presLayoutVars>
          <dgm:dir/>
          <dgm:resizeHandles val="exact"/>
        </dgm:presLayoutVars>
      </dgm:prSet>
      <dgm:spPr/>
    </dgm:pt>
    <dgm:pt modelId="{0A4F0B71-4E50-473B-9FE5-3ACCF12FCE14}" type="pres">
      <dgm:prSet presAssocID="{0C011DDD-4D6E-438B-9A35-DB82C0CE8C3F}" presName="node" presStyleLbl="node1" presStyleIdx="0" presStyleCnt="4">
        <dgm:presLayoutVars>
          <dgm:bulletEnabled val="1"/>
        </dgm:presLayoutVars>
      </dgm:prSet>
      <dgm:spPr/>
    </dgm:pt>
    <dgm:pt modelId="{9A0F3811-402E-48F9-8635-502896731B6B}" type="pres">
      <dgm:prSet presAssocID="{9F3153F8-DBD0-4618-9A47-5CA4F4106E6E}" presName="sibTrans" presStyleLbl="sibTrans1D1" presStyleIdx="0" presStyleCnt="3"/>
      <dgm:spPr/>
    </dgm:pt>
    <dgm:pt modelId="{00949C41-5354-49ED-8796-E2357499D34F}" type="pres">
      <dgm:prSet presAssocID="{9F3153F8-DBD0-4618-9A47-5CA4F4106E6E}" presName="connectorText" presStyleLbl="sibTrans1D1" presStyleIdx="0" presStyleCnt="3"/>
      <dgm:spPr/>
    </dgm:pt>
    <dgm:pt modelId="{8E4F00AA-3DF9-4CD9-89DB-08A949333F73}" type="pres">
      <dgm:prSet presAssocID="{995B7CC1-BD2E-4F47-95A7-908EE776A5B8}" presName="node" presStyleLbl="node1" presStyleIdx="1" presStyleCnt="4">
        <dgm:presLayoutVars>
          <dgm:bulletEnabled val="1"/>
        </dgm:presLayoutVars>
      </dgm:prSet>
      <dgm:spPr/>
    </dgm:pt>
    <dgm:pt modelId="{23EAAB0A-0CF2-43C6-B3B8-3296BF83CD81}" type="pres">
      <dgm:prSet presAssocID="{3015270A-5B16-4731-8985-2D7267AD2C25}" presName="sibTrans" presStyleLbl="sibTrans1D1" presStyleIdx="1" presStyleCnt="3"/>
      <dgm:spPr/>
    </dgm:pt>
    <dgm:pt modelId="{CBFFA593-2EA8-4FE5-B2DD-2A98CC1304DB}" type="pres">
      <dgm:prSet presAssocID="{3015270A-5B16-4731-8985-2D7267AD2C25}" presName="connectorText" presStyleLbl="sibTrans1D1" presStyleIdx="1" presStyleCnt="3"/>
      <dgm:spPr/>
    </dgm:pt>
    <dgm:pt modelId="{7035F454-004D-42D8-8F72-866548C024CA}" type="pres">
      <dgm:prSet presAssocID="{EF802E03-D756-4BEC-A46A-BFB5A0D43C09}" presName="node" presStyleLbl="node1" presStyleIdx="2" presStyleCnt="4">
        <dgm:presLayoutVars>
          <dgm:bulletEnabled val="1"/>
        </dgm:presLayoutVars>
      </dgm:prSet>
      <dgm:spPr/>
    </dgm:pt>
    <dgm:pt modelId="{CAF88221-19BE-48B2-A6CF-E14041584E3D}" type="pres">
      <dgm:prSet presAssocID="{0E953DDC-1280-4BC3-91A6-9121A0A7BE65}" presName="sibTrans" presStyleLbl="sibTrans1D1" presStyleIdx="2" presStyleCnt="3"/>
      <dgm:spPr/>
    </dgm:pt>
    <dgm:pt modelId="{E0D0DF34-29F5-459D-91AD-C670BFFF053D}" type="pres">
      <dgm:prSet presAssocID="{0E953DDC-1280-4BC3-91A6-9121A0A7BE65}" presName="connectorText" presStyleLbl="sibTrans1D1" presStyleIdx="2" presStyleCnt="3"/>
      <dgm:spPr/>
    </dgm:pt>
    <dgm:pt modelId="{293DB25E-505B-4C30-846E-7677791C4D08}" type="pres">
      <dgm:prSet presAssocID="{21A4C6D1-EC65-4E74-889C-7E553AF75D3C}" presName="node" presStyleLbl="node1" presStyleIdx="3" presStyleCnt="4">
        <dgm:presLayoutVars>
          <dgm:bulletEnabled val="1"/>
        </dgm:presLayoutVars>
      </dgm:prSet>
      <dgm:spPr/>
    </dgm:pt>
  </dgm:ptLst>
  <dgm:cxnLst>
    <dgm:cxn modelId="{6719210B-1637-495B-BD96-DC99B8CF7787}" srcId="{95DE0D9F-AD64-463F-808A-1486BCD9C811}" destId="{0C011DDD-4D6E-438B-9A35-DB82C0CE8C3F}" srcOrd="0" destOrd="0" parTransId="{E423B5DD-9A20-4D66-B733-86EF4D5E8BD2}" sibTransId="{9F3153F8-DBD0-4618-9A47-5CA4F4106E6E}"/>
    <dgm:cxn modelId="{AA4CEC21-1ED9-4E8C-97BB-7B0829C8BE9E}" type="presOf" srcId="{995B7CC1-BD2E-4F47-95A7-908EE776A5B8}" destId="{8E4F00AA-3DF9-4CD9-89DB-08A949333F73}" srcOrd="0" destOrd="0" presId="urn:microsoft.com/office/officeart/2016/7/layout/RepeatingBendingProcessNew"/>
    <dgm:cxn modelId="{F8B63D31-B045-4FDB-8975-9D36C0B16DA2}" type="presOf" srcId="{9F3153F8-DBD0-4618-9A47-5CA4F4106E6E}" destId="{00949C41-5354-49ED-8796-E2357499D34F}" srcOrd="1" destOrd="0" presId="urn:microsoft.com/office/officeart/2016/7/layout/RepeatingBendingProcessNew"/>
    <dgm:cxn modelId="{D84FEF3B-0CD6-4229-B6D0-58352A67CC1E}" type="presOf" srcId="{EF802E03-D756-4BEC-A46A-BFB5A0D43C09}" destId="{7035F454-004D-42D8-8F72-866548C024CA}" srcOrd="0" destOrd="0" presId="urn:microsoft.com/office/officeart/2016/7/layout/RepeatingBendingProcessNew"/>
    <dgm:cxn modelId="{413A2C4E-5D00-4BC3-8FE5-DC4C484CDF27}" type="presOf" srcId="{0E953DDC-1280-4BC3-91A6-9121A0A7BE65}" destId="{E0D0DF34-29F5-459D-91AD-C670BFFF053D}" srcOrd="1" destOrd="0" presId="urn:microsoft.com/office/officeart/2016/7/layout/RepeatingBendingProcessNew"/>
    <dgm:cxn modelId="{E99FCE90-A3E6-4FBE-8D7F-B7215185E971}" srcId="{95DE0D9F-AD64-463F-808A-1486BCD9C811}" destId="{EF802E03-D756-4BEC-A46A-BFB5A0D43C09}" srcOrd="2" destOrd="0" parTransId="{CF5E92BA-0294-4F56-89A5-92F6DD9B9238}" sibTransId="{0E953DDC-1280-4BC3-91A6-9121A0A7BE65}"/>
    <dgm:cxn modelId="{08013893-C209-4BB4-988C-E27A815E5BAC}" type="presOf" srcId="{9F3153F8-DBD0-4618-9A47-5CA4F4106E6E}" destId="{9A0F3811-402E-48F9-8635-502896731B6B}" srcOrd="0" destOrd="0" presId="urn:microsoft.com/office/officeart/2016/7/layout/RepeatingBendingProcessNew"/>
    <dgm:cxn modelId="{83E226A0-BBDB-455A-8995-0E97D6010F12}" type="presOf" srcId="{21A4C6D1-EC65-4E74-889C-7E553AF75D3C}" destId="{293DB25E-505B-4C30-846E-7677791C4D08}" srcOrd="0" destOrd="0" presId="urn:microsoft.com/office/officeart/2016/7/layout/RepeatingBendingProcessNew"/>
    <dgm:cxn modelId="{5485ADA1-72A2-4599-98C6-C91165559829}" srcId="{95DE0D9F-AD64-463F-808A-1486BCD9C811}" destId="{995B7CC1-BD2E-4F47-95A7-908EE776A5B8}" srcOrd="1" destOrd="0" parTransId="{DB686958-CEB0-4431-890B-923E5F33D3B5}" sibTransId="{3015270A-5B16-4731-8985-2D7267AD2C25}"/>
    <dgm:cxn modelId="{0A9626AD-E9AB-49A2-B887-7FAB0577977B}" type="presOf" srcId="{3015270A-5B16-4731-8985-2D7267AD2C25}" destId="{23EAAB0A-0CF2-43C6-B3B8-3296BF83CD81}" srcOrd="0" destOrd="0" presId="urn:microsoft.com/office/officeart/2016/7/layout/RepeatingBendingProcessNew"/>
    <dgm:cxn modelId="{22EB29D7-35E0-4673-8278-E9FEE6144B74}" type="presOf" srcId="{3015270A-5B16-4731-8985-2D7267AD2C25}" destId="{CBFFA593-2EA8-4FE5-B2DD-2A98CC1304DB}" srcOrd="1" destOrd="0" presId="urn:microsoft.com/office/officeart/2016/7/layout/RepeatingBendingProcessNew"/>
    <dgm:cxn modelId="{080728E2-C50D-4DF7-A6B8-A50B31A5DEB0}" type="presOf" srcId="{95DE0D9F-AD64-463F-808A-1486BCD9C811}" destId="{3F313479-D45E-4545-9ABA-02ECD668332D}" srcOrd="0" destOrd="0" presId="urn:microsoft.com/office/officeart/2016/7/layout/RepeatingBendingProcessNew"/>
    <dgm:cxn modelId="{3182C7E3-8F53-449C-B3A1-4D0418608F52}" type="presOf" srcId="{0C011DDD-4D6E-438B-9A35-DB82C0CE8C3F}" destId="{0A4F0B71-4E50-473B-9FE5-3ACCF12FCE14}" srcOrd="0" destOrd="0" presId="urn:microsoft.com/office/officeart/2016/7/layout/RepeatingBendingProcessNew"/>
    <dgm:cxn modelId="{AE331CED-1BD5-47F7-97E3-5C52EA89A17B}" srcId="{95DE0D9F-AD64-463F-808A-1486BCD9C811}" destId="{21A4C6D1-EC65-4E74-889C-7E553AF75D3C}" srcOrd="3" destOrd="0" parTransId="{328760CF-0D55-4C62-831D-EA0665A8DB00}" sibTransId="{2A8AC9BB-73B6-4696-A7C0-D61801407BD0}"/>
    <dgm:cxn modelId="{F1FB33EE-8AAC-4412-B104-BF096D5AFCAF}" type="presOf" srcId="{0E953DDC-1280-4BC3-91A6-9121A0A7BE65}" destId="{CAF88221-19BE-48B2-A6CF-E14041584E3D}" srcOrd="0" destOrd="0" presId="urn:microsoft.com/office/officeart/2016/7/layout/RepeatingBendingProcessNew"/>
    <dgm:cxn modelId="{98F50A3B-EBA7-4C25-B287-C9E61C9E03C9}" type="presParOf" srcId="{3F313479-D45E-4545-9ABA-02ECD668332D}" destId="{0A4F0B71-4E50-473B-9FE5-3ACCF12FCE14}" srcOrd="0" destOrd="0" presId="urn:microsoft.com/office/officeart/2016/7/layout/RepeatingBendingProcessNew"/>
    <dgm:cxn modelId="{29A72618-EA8E-4C3A-B502-7EBB6CFB0BA8}" type="presParOf" srcId="{3F313479-D45E-4545-9ABA-02ECD668332D}" destId="{9A0F3811-402E-48F9-8635-502896731B6B}" srcOrd="1" destOrd="0" presId="urn:microsoft.com/office/officeart/2016/7/layout/RepeatingBendingProcessNew"/>
    <dgm:cxn modelId="{AFD76C44-AAAD-4FCB-9CCB-68D8E69D1545}" type="presParOf" srcId="{9A0F3811-402E-48F9-8635-502896731B6B}" destId="{00949C41-5354-49ED-8796-E2357499D34F}" srcOrd="0" destOrd="0" presId="urn:microsoft.com/office/officeart/2016/7/layout/RepeatingBendingProcessNew"/>
    <dgm:cxn modelId="{2B4CEDF1-F215-424E-BAB8-8B5237A57395}" type="presParOf" srcId="{3F313479-D45E-4545-9ABA-02ECD668332D}" destId="{8E4F00AA-3DF9-4CD9-89DB-08A949333F73}" srcOrd="2" destOrd="0" presId="urn:microsoft.com/office/officeart/2016/7/layout/RepeatingBendingProcessNew"/>
    <dgm:cxn modelId="{869FA284-009F-41F3-80BF-A6AC1133F330}" type="presParOf" srcId="{3F313479-D45E-4545-9ABA-02ECD668332D}" destId="{23EAAB0A-0CF2-43C6-B3B8-3296BF83CD81}" srcOrd="3" destOrd="0" presId="urn:microsoft.com/office/officeart/2016/7/layout/RepeatingBendingProcessNew"/>
    <dgm:cxn modelId="{4572DA4A-B9E2-4AD4-A884-952089717F2D}" type="presParOf" srcId="{23EAAB0A-0CF2-43C6-B3B8-3296BF83CD81}" destId="{CBFFA593-2EA8-4FE5-B2DD-2A98CC1304DB}" srcOrd="0" destOrd="0" presId="urn:microsoft.com/office/officeart/2016/7/layout/RepeatingBendingProcessNew"/>
    <dgm:cxn modelId="{DFB9A0C3-78FD-44A9-AD98-E4F84EE476F7}" type="presParOf" srcId="{3F313479-D45E-4545-9ABA-02ECD668332D}" destId="{7035F454-004D-42D8-8F72-866548C024CA}" srcOrd="4" destOrd="0" presId="urn:microsoft.com/office/officeart/2016/7/layout/RepeatingBendingProcessNew"/>
    <dgm:cxn modelId="{050004C6-18FC-4BAC-AF1F-07F27FC10EF0}" type="presParOf" srcId="{3F313479-D45E-4545-9ABA-02ECD668332D}" destId="{CAF88221-19BE-48B2-A6CF-E14041584E3D}" srcOrd="5" destOrd="0" presId="urn:microsoft.com/office/officeart/2016/7/layout/RepeatingBendingProcessNew"/>
    <dgm:cxn modelId="{88B680BB-6518-42E9-BFFE-83EFC0386259}" type="presParOf" srcId="{CAF88221-19BE-48B2-A6CF-E14041584E3D}" destId="{E0D0DF34-29F5-459D-91AD-C670BFFF053D}" srcOrd="0" destOrd="0" presId="urn:microsoft.com/office/officeart/2016/7/layout/RepeatingBendingProcessNew"/>
    <dgm:cxn modelId="{46BC1E9E-5A9E-409D-85AF-7837ED5AD225}" type="presParOf" srcId="{3F313479-D45E-4545-9ABA-02ECD668332D}" destId="{293DB25E-505B-4C30-846E-7677791C4D08}" srcOrd="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FD4579-B713-4816-B79F-34319C8C7AEF}">
      <dsp:nvSpPr>
        <dsp:cNvPr id="0" name=""/>
        <dsp:cNvSpPr/>
      </dsp:nvSpPr>
      <dsp:spPr>
        <a:xfrm>
          <a:off x="59462" y="236703"/>
          <a:ext cx="1257012" cy="12570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2FB6B4-F3DB-4F5F-A0C2-EA4A0D2D3294}">
      <dsp:nvSpPr>
        <dsp:cNvPr id="0" name=""/>
        <dsp:cNvSpPr/>
      </dsp:nvSpPr>
      <dsp:spPr>
        <a:xfrm>
          <a:off x="323435" y="500675"/>
          <a:ext cx="729067" cy="7290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20F58C-0DB0-48D2-9F8B-CA1294E19E26}">
      <dsp:nvSpPr>
        <dsp:cNvPr id="0" name=""/>
        <dsp:cNvSpPr/>
      </dsp:nvSpPr>
      <dsp:spPr>
        <a:xfrm>
          <a:off x="1585835" y="236703"/>
          <a:ext cx="2962958" cy="12570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Fear of blame discourages honesty.</a:t>
          </a:r>
        </a:p>
      </dsp:txBody>
      <dsp:txXfrm>
        <a:off x="1585835" y="236703"/>
        <a:ext cx="2962958" cy="1257012"/>
      </dsp:txXfrm>
    </dsp:sp>
    <dsp:sp modelId="{EF79CDE3-4521-404B-9EF7-0C42A129600A}">
      <dsp:nvSpPr>
        <dsp:cNvPr id="0" name=""/>
        <dsp:cNvSpPr/>
      </dsp:nvSpPr>
      <dsp:spPr>
        <a:xfrm>
          <a:off x="5065067" y="236703"/>
          <a:ext cx="1257012" cy="12570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76AB2D-12AB-4056-9B12-917895EFD0B3}">
      <dsp:nvSpPr>
        <dsp:cNvPr id="0" name=""/>
        <dsp:cNvSpPr/>
      </dsp:nvSpPr>
      <dsp:spPr>
        <a:xfrm>
          <a:off x="5329039" y="500675"/>
          <a:ext cx="729067" cy="7290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2201E4-8799-4F21-B8EB-C0AB53C1E8C1}">
      <dsp:nvSpPr>
        <dsp:cNvPr id="0" name=""/>
        <dsp:cNvSpPr/>
      </dsp:nvSpPr>
      <dsp:spPr>
        <a:xfrm>
          <a:off x="6591439" y="236703"/>
          <a:ext cx="2962958" cy="12570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People hide or underreport errors.</a:t>
          </a:r>
        </a:p>
      </dsp:txBody>
      <dsp:txXfrm>
        <a:off x="6591439" y="236703"/>
        <a:ext cx="2962958" cy="1257012"/>
      </dsp:txXfrm>
    </dsp:sp>
    <dsp:sp modelId="{D7A4B19E-CDBD-471A-BBDC-BA252B6B44DC}">
      <dsp:nvSpPr>
        <dsp:cNvPr id="0" name=""/>
        <dsp:cNvSpPr/>
      </dsp:nvSpPr>
      <dsp:spPr>
        <a:xfrm>
          <a:off x="59462" y="2105599"/>
          <a:ext cx="1257012" cy="12570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45783C-446D-4D95-83C1-F9597EE6B871}">
      <dsp:nvSpPr>
        <dsp:cNvPr id="0" name=""/>
        <dsp:cNvSpPr/>
      </dsp:nvSpPr>
      <dsp:spPr>
        <a:xfrm>
          <a:off x="323435" y="2369572"/>
          <a:ext cx="729067" cy="7290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C791D6-2634-46AC-8F15-6FB3154700ED}">
      <dsp:nvSpPr>
        <dsp:cNvPr id="0" name=""/>
        <dsp:cNvSpPr/>
      </dsp:nvSpPr>
      <dsp:spPr>
        <a:xfrm>
          <a:off x="1585835" y="2105599"/>
          <a:ext cx="2962958" cy="12570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Fear blocks organizational learning.</a:t>
          </a:r>
        </a:p>
      </dsp:txBody>
      <dsp:txXfrm>
        <a:off x="1585835" y="2105599"/>
        <a:ext cx="2962958" cy="1257012"/>
      </dsp:txXfrm>
    </dsp:sp>
    <dsp:sp modelId="{1EA1EEE4-AD3C-43DD-8977-B7958C3ED821}">
      <dsp:nvSpPr>
        <dsp:cNvPr id="0" name=""/>
        <dsp:cNvSpPr/>
      </dsp:nvSpPr>
      <dsp:spPr>
        <a:xfrm>
          <a:off x="5065067" y="2105599"/>
          <a:ext cx="1257012" cy="12570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8464B8-7D0B-42D4-9DF5-A653560B2A31}">
      <dsp:nvSpPr>
        <dsp:cNvPr id="0" name=""/>
        <dsp:cNvSpPr/>
      </dsp:nvSpPr>
      <dsp:spPr>
        <a:xfrm>
          <a:off x="5329039" y="2369572"/>
          <a:ext cx="729067" cy="7290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C58841-EC1A-4FAB-B918-D04E2BBAD970}">
      <dsp:nvSpPr>
        <dsp:cNvPr id="0" name=""/>
        <dsp:cNvSpPr/>
      </dsp:nvSpPr>
      <dsp:spPr>
        <a:xfrm>
          <a:off x="6591439" y="2105599"/>
          <a:ext cx="2962958" cy="12570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“An engineer who thinks they’re going to be reprimanded is disincentivized to give the details necessary to understand the failure” (Allspaw, 2012).</a:t>
          </a:r>
        </a:p>
      </dsp:txBody>
      <dsp:txXfrm>
        <a:off x="6591439" y="2105599"/>
        <a:ext cx="2962958" cy="12570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FC269A-3778-42C3-A458-A9A82BFFF842}">
      <dsp:nvSpPr>
        <dsp:cNvPr id="0" name=""/>
        <dsp:cNvSpPr/>
      </dsp:nvSpPr>
      <dsp:spPr>
        <a:xfrm>
          <a:off x="0" y="680"/>
          <a:ext cx="6261100" cy="15934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0D8CF9-6F9D-4364-A169-A93D1C370661}">
      <dsp:nvSpPr>
        <dsp:cNvPr id="0" name=""/>
        <dsp:cNvSpPr/>
      </dsp:nvSpPr>
      <dsp:spPr>
        <a:xfrm>
          <a:off x="482021" y="359209"/>
          <a:ext cx="876403" cy="8764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027C1F-E148-468E-98A5-5FA8478D0D88}">
      <dsp:nvSpPr>
        <dsp:cNvPr id="0" name=""/>
        <dsp:cNvSpPr/>
      </dsp:nvSpPr>
      <dsp:spPr>
        <a:xfrm>
          <a:off x="1842475" y="680"/>
          <a:ext cx="2813437" cy="1593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41" tIns="168641" rIns="168641" bIns="16864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Leaders shape culture, but not all leaders are ready to support a just culture.</a:t>
          </a:r>
        </a:p>
      </dsp:txBody>
      <dsp:txXfrm>
        <a:off x="1842475" y="680"/>
        <a:ext cx="2813437" cy="1593460"/>
      </dsp:txXfrm>
    </dsp:sp>
    <dsp:sp modelId="{64D852CF-FF1B-4538-8861-C5EC51546005}">
      <dsp:nvSpPr>
        <dsp:cNvPr id="0" name=""/>
        <dsp:cNvSpPr/>
      </dsp:nvSpPr>
      <dsp:spPr>
        <a:xfrm>
          <a:off x="4657942" y="680"/>
          <a:ext cx="1603157" cy="1593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41" tIns="168641" rIns="168641" bIns="16864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Some fear losing authority or control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Others confuse “just culture” with “no accountability”</a:t>
          </a:r>
        </a:p>
      </dsp:txBody>
      <dsp:txXfrm>
        <a:off x="4657942" y="680"/>
        <a:ext cx="1603157" cy="1593460"/>
      </dsp:txXfrm>
    </dsp:sp>
    <dsp:sp modelId="{BAEB5EAA-AFD5-4152-A0D0-4A4759DF0413}">
      <dsp:nvSpPr>
        <dsp:cNvPr id="0" name=""/>
        <dsp:cNvSpPr/>
      </dsp:nvSpPr>
      <dsp:spPr>
        <a:xfrm>
          <a:off x="0" y="1992507"/>
          <a:ext cx="6261100" cy="15934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2317F4-A396-406C-BCFE-B8EDE4B140C4}">
      <dsp:nvSpPr>
        <dsp:cNvPr id="0" name=""/>
        <dsp:cNvSpPr/>
      </dsp:nvSpPr>
      <dsp:spPr>
        <a:xfrm>
          <a:off x="482021" y="2351035"/>
          <a:ext cx="876403" cy="8764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63A040-BC9E-43FD-A83F-BE35AA275FCD}">
      <dsp:nvSpPr>
        <dsp:cNvPr id="0" name=""/>
        <dsp:cNvSpPr/>
      </dsp:nvSpPr>
      <dsp:spPr>
        <a:xfrm>
          <a:off x="1840447" y="1992507"/>
          <a:ext cx="4420652" cy="1593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41" tIns="168641" rIns="168641" bIns="16864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Without leadership modeling trust, teams will often stay silent.</a:t>
          </a:r>
        </a:p>
      </dsp:txBody>
      <dsp:txXfrm>
        <a:off x="1840447" y="1992507"/>
        <a:ext cx="4420652" cy="1593460"/>
      </dsp:txXfrm>
    </dsp:sp>
    <dsp:sp modelId="{31404A55-2E44-4B3B-AA63-B42509DF34DF}">
      <dsp:nvSpPr>
        <dsp:cNvPr id="0" name=""/>
        <dsp:cNvSpPr/>
      </dsp:nvSpPr>
      <dsp:spPr>
        <a:xfrm>
          <a:off x="0" y="3984333"/>
          <a:ext cx="6261100" cy="15934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82540E-94B0-4DD4-9179-40ED9B7F2071}">
      <dsp:nvSpPr>
        <dsp:cNvPr id="0" name=""/>
        <dsp:cNvSpPr/>
      </dsp:nvSpPr>
      <dsp:spPr>
        <a:xfrm>
          <a:off x="482021" y="4342861"/>
          <a:ext cx="876403" cy="87640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1D0C1-587C-46B9-9072-CC7E7C452C95}">
      <dsp:nvSpPr>
        <dsp:cNvPr id="0" name=""/>
        <dsp:cNvSpPr/>
      </dsp:nvSpPr>
      <dsp:spPr>
        <a:xfrm>
          <a:off x="1840447" y="3984333"/>
          <a:ext cx="4420652" cy="1593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41" tIns="168641" rIns="168641" bIns="16864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Google SRE highlights that cultural transformation “starts at the top” (Google SRE, 2023).</a:t>
          </a:r>
        </a:p>
      </dsp:txBody>
      <dsp:txXfrm>
        <a:off x="1840447" y="3984333"/>
        <a:ext cx="4420652" cy="15934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0F3811-402E-48F9-8635-502896731B6B}">
      <dsp:nvSpPr>
        <dsp:cNvPr id="0" name=""/>
        <dsp:cNvSpPr/>
      </dsp:nvSpPr>
      <dsp:spPr>
        <a:xfrm>
          <a:off x="3577837" y="710138"/>
          <a:ext cx="5477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7765" y="45720"/>
              </a:lnTo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837261" y="752966"/>
        <a:ext cx="28918" cy="5783"/>
      </dsp:txXfrm>
    </dsp:sp>
    <dsp:sp modelId="{0A4F0B71-4E50-473B-9FE5-3ACCF12FCE14}">
      <dsp:nvSpPr>
        <dsp:cNvPr id="0" name=""/>
        <dsp:cNvSpPr/>
      </dsp:nvSpPr>
      <dsp:spPr>
        <a:xfrm>
          <a:off x="1065004" y="1468"/>
          <a:ext cx="2514633" cy="150878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219" tIns="129340" rIns="123219" bIns="12934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Etsy uses a just culture model focused on learning, not punishment</a:t>
          </a:r>
        </a:p>
      </dsp:txBody>
      <dsp:txXfrm>
        <a:off x="1065004" y="1468"/>
        <a:ext cx="2514633" cy="1508780"/>
      </dsp:txXfrm>
    </dsp:sp>
    <dsp:sp modelId="{23EAAB0A-0CF2-43C6-B3B8-3296BF83CD81}">
      <dsp:nvSpPr>
        <dsp:cNvPr id="0" name=""/>
        <dsp:cNvSpPr/>
      </dsp:nvSpPr>
      <dsp:spPr>
        <a:xfrm>
          <a:off x="6670837" y="710138"/>
          <a:ext cx="5477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7765" y="45720"/>
              </a:lnTo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6930261" y="752966"/>
        <a:ext cx="28918" cy="5783"/>
      </dsp:txXfrm>
    </dsp:sp>
    <dsp:sp modelId="{8E4F00AA-3DF9-4CD9-89DB-08A949333F73}">
      <dsp:nvSpPr>
        <dsp:cNvPr id="0" name=""/>
        <dsp:cNvSpPr/>
      </dsp:nvSpPr>
      <dsp:spPr>
        <a:xfrm>
          <a:off x="4158003" y="1468"/>
          <a:ext cx="2514633" cy="150878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219" tIns="129340" rIns="123219" bIns="12934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 dirty="0"/>
            <a:t>Outages are followed by blameless postmortems</a:t>
          </a:r>
        </a:p>
      </dsp:txBody>
      <dsp:txXfrm>
        <a:off x="4158003" y="1468"/>
        <a:ext cx="2514633" cy="1508780"/>
      </dsp:txXfrm>
    </dsp:sp>
    <dsp:sp modelId="{CAF88221-19BE-48B2-A6CF-E14041584E3D}">
      <dsp:nvSpPr>
        <dsp:cNvPr id="0" name=""/>
        <dsp:cNvSpPr/>
      </dsp:nvSpPr>
      <dsp:spPr>
        <a:xfrm>
          <a:off x="2322321" y="1508448"/>
          <a:ext cx="6185998" cy="547765"/>
        </a:xfrm>
        <a:custGeom>
          <a:avLst/>
          <a:gdLst/>
          <a:ahLst/>
          <a:cxnLst/>
          <a:rect l="0" t="0" r="0" b="0"/>
          <a:pathLst>
            <a:path>
              <a:moveTo>
                <a:pt x="6185998" y="0"/>
              </a:moveTo>
              <a:lnTo>
                <a:pt x="6185998" y="290982"/>
              </a:lnTo>
              <a:lnTo>
                <a:pt x="0" y="290982"/>
              </a:lnTo>
              <a:lnTo>
                <a:pt x="0" y="547765"/>
              </a:lnTo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5259996" y="1779439"/>
        <a:ext cx="310648" cy="5783"/>
      </dsp:txXfrm>
    </dsp:sp>
    <dsp:sp modelId="{7035F454-004D-42D8-8F72-866548C024CA}">
      <dsp:nvSpPr>
        <dsp:cNvPr id="0" name=""/>
        <dsp:cNvSpPr/>
      </dsp:nvSpPr>
      <dsp:spPr>
        <a:xfrm>
          <a:off x="7251003" y="1468"/>
          <a:ext cx="2514633" cy="150878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219" tIns="129340" rIns="123219" bIns="12934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i="0" kern="1200" dirty="0"/>
            <a:t>Engineers share what happened without fear</a:t>
          </a:r>
        </a:p>
      </dsp:txBody>
      <dsp:txXfrm>
        <a:off x="7251003" y="1468"/>
        <a:ext cx="2514633" cy="1508780"/>
      </dsp:txXfrm>
    </dsp:sp>
    <dsp:sp modelId="{293DB25E-505B-4C30-846E-7677791C4D08}">
      <dsp:nvSpPr>
        <dsp:cNvPr id="0" name=""/>
        <dsp:cNvSpPr/>
      </dsp:nvSpPr>
      <dsp:spPr>
        <a:xfrm>
          <a:off x="1065004" y="2088614"/>
          <a:ext cx="2514633" cy="150878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219" tIns="129340" rIns="123219" bIns="12934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This transparency leads to deeper system improvements</a:t>
          </a:r>
        </a:p>
      </dsp:txBody>
      <dsp:txXfrm>
        <a:off x="1065004" y="2088614"/>
        <a:ext cx="2514633" cy="15087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7/4/2025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537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7/4/2025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605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7/4/2025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547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7/4/2025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655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7/4/2025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480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7/4/2025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712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7/4/2025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840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7/4/2025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307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7/4/2025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181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7/4/2025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36155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7/4/2025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64702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7/4/2025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621038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7/4/2025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43660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7/4/2025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84039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7/4/2025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57673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7/4/2025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881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05B95027-4255-49E7-9841-CD21BCC99996}" type="datetime1">
              <a:rPr lang="en-US" smtClean="0"/>
              <a:t>7/4/2025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400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7/4/2025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1834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6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sre.google/workbook/postmortem-culture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loud.google.com/devops/state-of-devops" TargetMode="External"/><Relationship Id="rId5" Type="http://schemas.openxmlformats.org/officeDocument/2006/relationships/hyperlink" Target="https://codeascraft.com/2012/05/22/blameless-postmortems/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C8221A89-FE35-4C46-8874-69154D2A8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bstract design of flower petals in pastel">
            <a:extLst>
              <a:ext uri="{FF2B5EF4-FFF2-40B4-BE49-F238E27FC236}">
                <a16:creationId xmlns:a16="http://schemas.microsoft.com/office/drawing/2014/main" id="{1D188494-28ED-EE0C-29CE-A2DD8E9BB31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1000"/>
          </a:blip>
          <a:srcRect l="7706" t="21929" r="1385"/>
          <a:stretch>
            <a:fillRect/>
          </a:stretch>
        </p:blipFill>
        <p:spPr>
          <a:xfrm>
            <a:off x="-3176" y="10"/>
            <a:ext cx="12192000" cy="685799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59ACC7A-6809-44E9-A594-85696A6C2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249541"/>
            <a:ext cx="8968085" cy="1660332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EFE6DA-242A-B996-1737-879D3F8C38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322" y="4459274"/>
            <a:ext cx="8133478" cy="406567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Barriers to Implementing a Just, Learning Culture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5320D9-32D9-CDF2-0EDC-2A63DF1A0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322" y="4970352"/>
            <a:ext cx="8133478" cy="778516"/>
          </a:xfrm>
        </p:spPr>
        <p:txBody>
          <a:bodyPr>
            <a:normAutofit fontScale="70000" lnSpcReduction="20000"/>
          </a:bodyPr>
          <a:lstStyle/>
          <a:p>
            <a:r>
              <a:rPr lang="en-US" sz="1800" dirty="0"/>
              <a:t>Name: Christopher Reaney</a:t>
            </a:r>
          </a:p>
          <a:p>
            <a:r>
              <a:rPr lang="en-US" sz="1800" dirty="0"/>
              <a:t>Date: 07/04/2025</a:t>
            </a:r>
          </a:p>
          <a:p>
            <a:r>
              <a:rPr lang="en-US" sz="1800" dirty="0"/>
              <a:t>Assignment: Module 9.2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E62B6A-C5F9-4D52-9F66-877735827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4249541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F95C49-E748-4D32-8417-22E5B6A6F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02314"/>
            <a:ext cx="8968085" cy="27594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AE10EC-5E3B-4FC0-B43F-1E4450009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5902314"/>
            <a:ext cx="3080285" cy="27594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188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05A9BAA-B344-45D2-838C-73856C4B1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390434AA-4632-440E-9AE7-411396A77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462FD1E-E713-4FD4-8746-671C946723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pic>
        <p:nvPicPr>
          <p:cNvPr id="7" name="Picture 6" descr="Wood human figure">
            <a:extLst>
              <a:ext uri="{FF2B5EF4-FFF2-40B4-BE49-F238E27FC236}">
                <a16:creationId xmlns:a16="http://schemas.microsoft.com/office/drawing/2014/main" id="{F89CBB0F-2AB6-F52F-E2DA-F32343460F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6469"/>
          <a:stretch>
            <a:fillRect/>
          </a:stretch>
        </p:blipFill>
        <p:spPr>
          <a:xfrm>
            <a:off x="4636008" y="10"/>
            <a:ext cx="7552815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8A4CDE5-C7BC-41E1-8A4A-79E024CC0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5018565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277759-1E38-D6C9-D55F-CCEF29A7F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753228"/>
            <a:ext cx="3679028" cy="1080938"/>
          </a:xfrm>
        </p:spPr>
        <p:txBody>
          <a:bodyPr>
            <a:normAutofit/>
          </a:bodyPr>
          <a:lstStyle/>
          <a:p>
            <a:r>
              <a:rPr lang="en-US" sz="3200" dirty="0"/>
              <a:t>What is a Just, Learning Culture?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25C7952-5703-489E-8DBD-F2EFAC8EE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5029200" cy="20273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AF3C8-6DC1-68FA-2C1F-222558387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3"/>
            <a:ext cx="3581635" cy="35993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A just culture is a learning-focused environment where people are encouraged to report incidents without fear of punishment.</a:t>
            </a:r>
          </a:p>
          <a:p>
            <a:r>
              <a:rPr lang="en-US" sz="1400" dirty="0"/>
              <a:t>Encourages transparency and improvement</a:t>
            </a:r>
          </a:p>
          <a:p>
            <a:r>
              <a:rPr lang="en-US" sz="1400" dirty="0"/>
              <a:t>Balances accountability with safety</a:t>
            </a:r>
          </a:p>
          <a:p>
            <a:pPr marL="0" indent="0">
              <a:buNone/>
            </a:pPr>
            <a:r>
              <a:rPr lang="en-US" sz="1600" dirty="0"/>
              <a:t>“A just culture is one where we don't punish people for making mistakes. Instead, we learn from them.” (Allspaw, 2012)</a:t>
            </a:r>
          </a:p>
        </p:txBody>
      </p:sp>
    </p:spTree>
    <p:extLst>
      <p:ext uri="{BB962C8B-B14F-4D97-AF65-F5344CB8AC3E}">
        <p14:creationId xmlns:p14="http://schemas.microsoft.com/office/powerpoint/2010/main" val="2835540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518D0-4C32-20FF-AFBA-6414CD767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 #1: Fear of Punishment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8CB82F-2C59-E15E-B4BB-2A8AC2BC775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0321" y="2336873"/>
          <a:ext cx="9613861" cy="3599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5546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2CE3A0-2A1B-5D93-8C8C-45E225E65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en-US" sz="4400" dirty="0"/>
              <a:t>Barrier #2: Leadership Resistance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4168C81-0CDB-2AEF-A6F3-5C6F12E138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8404662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256148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0FA309-807F-4C17-98EF-A3BA7388E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42A87B-CAE9-4F8F-B293-28388E45D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8FA1749-B91A-40E7-AD01-0B9C9C6AF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B7A934F-FFF7-4353-83D3-4EF66E93E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00676C8-6DE8-47DD-9A23-D42063A12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B5207C-8BE4-FCAC-9D78-836CA8D02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en-US" sz="4400" dirty="0">
                <a:solidFill>
                  <a:srgbClr val="FFFFFF"/>
                </a:solidFill>
              </a:rPr>
              <a:t>Barrier #3: Lack of Training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211FCBCF-AACB-2CC9-3A35-0BE6F2E8C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7995" y="661106"/>
            <a:ext cx="6257362" cy="550310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A just culture takes skill, and many teams lack that foundation.</a:t>
            </a:r>
          </a:p>
          <a:p>
            <a:r>
              <a:rPr lang="en-US" sz="1600" dirty="0">
                <a:solidFill>
                  <a:srgbClr val="FFFFFF"/>
                </a:solidFill>
              </a:rPr>
              <a:t>Teams may not know how to run blameless postmortems after an issue occurs.</a:t>
            </a:r>
          </a:p>
          <a:p>
            <a:r>
              <a:rPr lang="en-US" sz="1600" dirty="0">
                <a:solidFill>
                  <a:srgbClr val="FFFFFF"/>
                </a:solidFill>
              </a:rPr>
              <a:t>Lack of shared understanding around accountability</a:t>
            </a:r>
          </a:p>
          <a:p>
            <a:r>
              <a:rPr lang="en-US" sz="1600" dirty="0">
                <a:solidFill>
                  <a:srgbClr val="FFFFFF"/>
                </a:solidFill>
              </a:rPr>
              <a:t>Bad habits return without guidance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DORA research stresses that “high-performing teams are those who consistently review failures and act on them” (DORA, 2023).</a:t>
            </a:r>
          </a:p>
        </p:txBody>
      </p:sp>
    </p:spTree>
    <p:extLst>
      <p:ext uri="{BB962C8B-B14F-4D97-AF65-F5344CB8AC3E}">
        <p14:creationId xmlns:p14="http://schemas.microsoft.com/office/powerpoint/2010/main" val="3387656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B3F9E774-F054-4892-8E69-C76B2C854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8925"/>
              </a:gs>
              <a:gs pos="50000">
                <a:srgbClr val="D54209"/>
              </a:gs>
              <a:gs pos="100000">
                <a:srgbClr val="8D0000"/>
              </a:gs>
            </a:gsLst>
            <a:lin ang="2520000" scaled="0"/>
          </a:gradFill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EF6A099-2A38-4C66-88FF-FDBCB564E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0D98427-7B26-46E2-93FE-CB8CD3854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15A4233-F980-4EF6-B2C0-D7C63E752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12CE99-C134-A430-9D6E-AF95A6B59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The Vicious Cycle of Blame Culture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B7E3E62-AACE-4D18-93B3-B4C452E28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6E6E439F-5099-01A0-DBE7-F44D3D1C3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505" y="2336873"/>
            <a:ext cx="4144105" cy="35993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This diagram illustrates a destructive feedback loop that often takes root in organizations with a strong blame culture. It begins with a simple mistake, but instead of it becoming a learning opportunity, fear of being blamed sets in. That fear discourages people from reporting the issue, which means no one learns from it. As a result, the same mistake gets repeated. Over time, the fear intensifies, reinforcing the cycle. </a:t>
            </a: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21B5709-714B-4EA8-8C75-C105D9B4D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 descr="A diagram of a culture loop&#10;&#10;AI-generated content may be incorrect.">
            <a:extLst>
              <a:ext uri="{FF2B5EF4-FFF2-40B4-BE49-F238E27FC236}">
                <a16:creationId xmlns:a16="http://schemas.microsoft.com/office/drawing/2014/main" id="{95D92B61-0674-0465-2E6C-FF29F7AF0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707" y="955591"/>
            <a:ext cx="4940024" cy="4940024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3971144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56267-4196-45C8-F911-C2B85D1A3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Resolve This Issue?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AFE1A-4CB3-BEAD-26BE-7254C1796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Key strategies to overcome cultural barriers:</a:t>
            </a:r>
          </a:p>
          <a:p>
            <a:r>
              <a:rPr lang="en-US" dirty="0"/>
              <a:t>Hold blameless postmortems (Google SRE, 2023).</a:t>
            </a:r>
          </a:p>
          <a:p>
            <a:r>
              <a:rPr lang="en-US" dirty="0"/>
              <a:t>Train leaders and teams on second-story thinking. </a:t>
            </a:r>
          </a:p>
          <a:p>
            <a:pPr lvl="1"/>
            <a:r>
              <a:rPr lang="en-US" dirty="0"/>
              <a:t>This is the mindset that encourages leaders to look beyond the surface of a mistake and explore what the actual cause was.</a:t>
            </a:r>
          </a:p>
          <a:p>
            <a:r>
              <a:rPr lang="en-US" dirty="0"/>
              <a:t>Clearly distinguish human error from negligence.</a:t>
            </a:r>
          </a:p>
          <a:p>
            <a:r>
              <a:rPr lang="en-US" dirty="0"/>
              <a:t>Encourage transparency and reward learning.</a:t>
            </a:r>
          </a:p>
        </p:txBody>
      </p:sp>
    </p:spTree>
    <p:extLst>
      <p:ext uri="{BB962C8B-B14F-4D97-AF65-F5344CB8AC3E}">
        <p14:creationId xmlns:p14="http://schemas.microsoft.com/office/powerpoint/2010/main" val="2015934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42E3E-9238-274C-9230-2875B4847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en-US" dirty="0"/>
              <a:t>Real-World Example: Etsy’s Blameless Postmortems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449765-8DC4-D043-433A-14E5FC098A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5248744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3D77E11-5942-2DEC-0BCB-22492A01973A}"/>
              </a:ext>
            </a:extLst>
          </p:cNvPr>
          <p:cNvSpPr txBox="1"/>
          <p:nvPr/>
        </p:nvSpPr>
        <p:spPr>
          <a:xfrm>
            <a:off x="4653481" y="4426883"/>
            <a:ext cx="5877601" cy="150878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23219" tIns="129340" rIns="123219" bIns="129340" numCol="1" spcCol="1270" anchor="ctr" anchorCtr="0">
            <a:noAutofit/>
          </a:bodyPr>
          <a:lstStyle/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700" kern="1200" dirty="0"/>
              <a:t>“We want the engineer who made the error to explain why it made sense to them at the time” (Allspaw, 2012).</a:t>
            </a:r>
          </a:p>
        </p:txBody>
      </p:sp>
    </p:spTree>
    <p:extLst>
      <p:ext uri="{BB962C8B-B14F-4D97-AF65-F5344CB8AC3E}">
        <p14:creationId xmlns:p14="http://schemas.microsoft.com/office/powerpoint/2010/main" val="1229880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E64DAFB-AD9A-4E52-B026-8641CCD67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747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B1C8FC-E1FE-470B-AB3B-D4B1D8C9D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FB404D-2F40-7F0A-9AC4-05E95F6D4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321733"/>
            <a:ext cx="9256566" cy="845983"/>
          </a:xfrm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txBody>
          <a:bodyPr anchor="b">
            <a:normAutofit/>
          </a:bodyPr>
          <a:lstStyle/>
          <a:p>
            <a:r>
              <a:rPr lang="en-US" dirty="0"/>
              <a:t>References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ED1086-4FBF-41E3-B23D-0AF086E76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2846786"/>
            <a:ext cx="1602997" cy="1442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900C04C-9973-40F3-8121-55AC6A472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851041"/>
            <a:ext cx="9936886" cy="32116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D6B57F6-C734-4FDA-9495-94E602DC5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89448"/>
            <a:ext cx="9936887" cy="4381221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EE4D3-287E-2E34-41ED-5F7542F8C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1960966"/>
            <a:ext cx="8601055" cy="3418626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Allspaw, J. (2012, May 22). Blameless PostMortems and a Just Culture. Etsy Code as Craft Blog. </a:t>
            </a:r>
            <a:r>
              <a:rPr lang="en-US" sz="2000" dirty="0">
                <a:solidFill>
                  <a:srgbClr val="FFFFFF"/>
                </a:solidFill>
                <a:hlinkClick r:id="rId5"/>
              </a:rPr>
              <a:t>https://codeascraft.com/2012/05/22/blameless-postmortems/</a:t>
            </a:r>
            <a:endParaRPr lang="en-US" sz="2000" dirty="0">
              <a:solidFill>
                <a:srgbClr val="FFFFFF"/>
              </a:solidFill>
            </a:endParaRPr>
          </a:p>
          <a:p>
            <a:r>
              <a:rPr lang="en-US" sz="2000" dirty="0">
                <a:solidFill>
                  <a:srgbClr val="FFFFFF"/>
                </a:solidFill>
              </a:rPr>
              <a:t>DORA. (2023). 2023 State of DevOps Report. Google Cloud. </a:t>
            </a:r>
            <a:r>
              <a:rPr lang="en-US" sz="2000" dirty="0">
                <a:solidFill>
                  <a:srgbClr val="FFFFFF"/>
                </a:solidFill>
                <a:hlinkClick r:id="rId6"/>
              </a:rPr>
              <a:t>https://cloud.google.com/devops/state-of-devops</a:t>
            </a:r>
            <a:endParaRPr lang="en-US" sz="2000" dirty="0">
              <a:solidFill>
                <a:srgbClr val="FFFFFF"/>
              </a:solidFill>
            </a:endParaRPr>
          </a:p>
          <a:p>
            <a:r>
              <a:rPr lang="en-US" sz="2000" dirty="0">
                <a:solidFill>
                  <a:srgbClr val="FFFFFF"/>
                </a:solidFill>
              </a:rPr>
              <a:t>Google SRE. (2023). Postmortem Culture: Learning from Failure. </a:t>
            </a:r>
            <a:r>
              <a:rPr lang="en-US" sz="2000" dirty="0">
                <a:solidFill>
                  <a:srgbClr val="FFFFFF"/>
                </a:solidFill>
                <a:hlinkClick r:id="rId7"/>
              </a:rPr>
              <a:t>https://sre.google/workbook/postmortem-culture/</a:t>
            </a:r>
            <a:endParaRPr lang="en-US" sz="2000" dirty="0">
              <a:solidFill>
                <a:srgbClr val="FFFFFF"/>
              </a:solidFill>
            </a:endParaRPr>
          </a:p>
          <a:p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C984CB-7FE4-4AD0-8CF7-11AD55736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9003" y="148944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939631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44</TotalTime>
  <Words>565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Trebuchet MS</vt:lpstr>
      <vt:lpstr>Berlin</vt:lpstr>
      <vt:lpstr>Barriers to Implementing a Just, Learning Culture</vt:lpstr>
      <vt:lpstr>What is a Just, Learning Culture?</vt:lpstr>
      <vt:lpstr>Barrier #1: Fear of Punishment</vt:lpstr>
      <vt:lpstr>Barrier #2: Leadership Resistance</vt:lpstr>
      <vt:lpstr>Barrier #3: Lack of Training</vt:lpstr>
      <vt:lpstr>The Vicious Cycle of Blame Culture</vt:lpstr>
      <vt:lpstr>How to Resolve This Issue?</vt:lpstr>
      <vt:lpstr>Real-World Example: Etsy’s Blameless Postmortems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Reaney</dc:creator>
  <cp:lastModifiedBy>Christopher Reaney</cp:lastModifiedBy>
  <cp:revision>57</cp:revision>
  <dcterms:created xsi:type="dcterms:W3CDTF">2025-07-04T18:34:55Z</dcterms:created>
  <dcterms:modified xsi:type="dcterms:W3CDTF">2025-07-04T19:19:34Z</dcterms:modified>
</cp:coreProperties>
</file>