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491"/>
    <p:restoredTop sz="94658"/>
  </p:normalViewPr>
  <p:slideViewPr>
    <p:cSldViewPr snapToGrid="0">
      <p:cViewPr varScale="1">
        <p:scale>
          <a:sx n="71" d="100"/>
          <a:sy n="71" d="100"/>
        </p:scale>
        <p:origin x="84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21444B-BA7C-4E74-9B75-6C40FF79BEB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6E2A89B-57DE-46C5-A72A-E2F9F1C069C8}">
      <dgm:prSet/>
      <dgm:spPr/>
      <dgm:t>
        <a:bodyPr/>
        <a:lstStyle/>
        <a:p>
          <a:r>
            <a:rPr lang="en-US"/>
            <a:t>Reinforces DevOps principle of shared responsibility</a:t>
          </a:r>
        </a:p>
      </dgm:t>
    </dgm:pt>
    <dgm:pt modelId="{E1171DA2-12A0-43C4-ABA7-95D038A2F49C}" type="parTrans" cxnId="{F2372B71-5B1C-4184-9C5B-AD61717F679E}">
      <dgm:prSet/>
      <dgm:spPr/>
      <dgm:t>
        <a:bodyPr/>
        <a:lstStyle/>
        <a:p>
          <a:endParaRPr lang="en-US"/>
        </a:p>
      </dgm:t>
    </dgm:pt>
    <dgm:pt modelId="{E455D72F-DCE4-417E-9EDF-A5423276DB3C}" type="sibTrans" cxnId="{F2372B71-5B1C-4184-9C5B-AD61717F679E}">
      <dgm:prSet/>
      <dgm:spPr/>
      <dgm:t>
        <a:bodyPr/>
        <a:lstStyle/>
        <a:p>
          <a:endParaRPr lang="en-US"/>
        </a:p>
      </dgm:t>
    </dgm:pt>
    <dgm:pt modelId="{5BDC4080-6B3A-474D-989C-65EFF1EED00F}">
      <dgm:prSet/>
      <dgm:spPr/>
      <dgm:t>
        <a:bodyPr/>
        <a:lstStyle/>
        <a:p>
          <a:r>
            <a:rPr lang="en-US"/>
            <a:t>Encourages developers to own and support their code</a:t>
          </a:r>
        </a:p>
      </dgm:t>
    </dgm:pt>
    <dgm:pt modelId="{57F32311-9D36-45ED-9FC9-B10758048FF7}" type="parTrans" cxnId="{E16837D1-D808-42E5-AC67-FE4F952A0F01}">
      <dgm:prSet/>
      <dgm:spPr/>
      <dgm:t>
        <a:bodyPr/>
        <a:lstStyle/>
        <a:p>
          <a:endParaRPr lang="en-US"/>
        </a:p>
      </dgm:t>
    </dgm:pt>
    <dgm:pt modelId="{AD27106D-0EF4-496E-8CD4-85C65AB46F29}" type="sibTrans" cxnId="{E16837D1-D808-42E5-AC67-FE4F952A0F01}">
      <dgm:prSet/>
      <dgm:spPr/>
      <dgm:t>
        <a:bodyPr/>
        <a:lstStyle/>
        <a:p>
          <a:endParaRPr lang="en-US"/>
        </a:p>
      </dgm:t>
    </dgm:pt>
    <dgm:pt modelId="{9893243B-FA5E-48FB-9FF4-D3573AF3B22E}">
      <dgm:prSet/>
      <dgm:spPr/>
      <dgm:t>
        <a:bodyPr/>
        <a:lstStyle/>
        <a:p>
          <a:r>
            <a:rPr lang="en-US"/>
            <a:t>Improves service resilience and lowers Mean Time to Resolution (MTTR)</a:t>
          </a:r>
        </a:p>
      </dgm:t>
    </dgm:pt>
    <dgm:pt modelId="{D65F6AF3-E342-4148-8F91-1A021839C8FC}" type="parTrans" cxnId="{C1F6517D-8F4B-4A18-BD22-15925D311521}">
      <dgm:prSet/>
      <dgm:spPr/>
      <dgm:t>
        <a:bodyPr/>
        <a:lstStyle/>
        <a:p>
          <a:endParaRPr lang="en-US"/>
        </a:p>
      </dgm:t>
    </dgm:pt>
    <dgm:pt modelId="{32E1B18C-8800-40C7-B7E9-1B97ECC1310B}" type="sibTrans" cxnId="{C1F6517D-8F4B-4A18-BD22-15925D311521}">
      <dgm:prSet/>
      <dgm:spPr/>
      <dgm:t>
        <a:bodyPr/>
        <a:lstStyle/>
        <a:p>
          <a:endParaRPr lang="en-US"/>
        </a:p>
      </dgm:t>
    </dgm:pt>
    <dgm:pt modelId="{32DA2649-ABC9-4B81-A2B8-3577635AD38E}">
      <dgm:prSet/>
      <dgm:spPr/>
      <dgm:t>
        <a:bodyPr/>
        <a:lstStyle/>
        <a:p>
          <a:r>
            <a:rPr lang="en-US"/>
            <a:t>Builds a culture of accountability (Google, 2022)</a:t>
          </a:r>
        </a:p>
      </dgm:t>
    </dgm:pt>
    <dgm:pt modelId="{7C4ED801-F385-42D2-B2EE-5559E95EF36A}" type="parTrans" cxnId="{7D53C550-A08A-4648-ABB6-FBE13832CFD5}">
      <dgm:prSet/>
      <dgm:spPr/>
      <dgm:t>
        <a:bodyPr/>
        <a:lstStyle/>
        <a:p>
          <a:endParaRPr lang="en-US"/>
        </a:p>
      </dgm:t>
    </dgm:pt>
    <dgm:pt modelId="{D7C34398-84D4-4709-AD97-B87347E952E1}" type="sibTrans" cxnId="{7D53C550-A08A-4648-ABB6-FBE13832CFD5}">
      <dgm:prSet/>
      <dgm:spPr/>
      <dgm:t>
        <a:bodyPr/>
        <a:lstStyle/>
        <a:p>
          <a:endParaRPr lang="en-US"/>
        </a:p>
      </dgm:t>
    </dgm:pt>
    <dgm:pt modelId="{E4A6A450-DE56-457C-86E0-7E46268A8318}">
      <dgm:prSet/>
      <dgm:spPr/>
      <dgm:t>
        <a:bodyPr/>
        <a:lstStyle/>
        <a:p>
          <a:r>
            <a:rPr lang="en-US"/>
            <a:t>“Customers now assume most services will be up and running all the time, not just during limited business hours” (PagerDuty, n.d.)</a:t>
          </a:r>
        </a:p>
      </dgm:t>
    </dgm:pt>
    <dgm:pt modelId="{8382A2DF-CC46-4290-9190-79AF51A4D93B}" type="parTrans" cxnId="{7B8C5A38-AB5F-4FD0-BE62-5B14BFEFB685}">
      <dgm:prSet/>
      <dgm:spPr/>
      <dgm:t>
        <a:bodyPr/>
        <a:lstStyle/>
        <a:p>
          <a:endParaRPr lang="en-US"/>
        </a:p>
      </dgm:t>
    </dgm:pt>
    <dgm:pt modelId="{3E6FB1A7-0A3B-4C8F-A0F5-086BB0244B12}" type="sibTrans" cxnId="{7B8C5A38-AB5F-4FD0-BE62-5B14BFEFB685}">
      <dgm:prSet/>
      <dgm:spPr/>
      <dgm:t>
        <a:bodyPr/>
        <a:lstStyle/>
        <a:p>
          <a:endParaRPr lang="en-US"/>
        </a:p>
      </dgm:t>
    </dgm:pt>
    <dgm:pt modelId="{2ED12AD2-4340-46D7-BFF2-9451A0FD277F}" type="pres">
      <dgm:prSet presAssocID="{5A21444B-BA7C-4E74-9B75-6C40FF79BEBC}" presName="root" presStyleCnt="0">
        <dgm:presLayoutVars>
          <dgm:dir/>
          <dgm:resizeHandles val="exact"/>
        </dgm:presLayoutVars>
      </dgm:prSet>
      <dgm:spPr/>
    </dgm:pt>
    <dgm:pt modelId="{B413AD54-F769-4FF9-9B69-48A58F96D9CA}" type="pres">
      <dgm:prSet presAssocID="{A6E2A89B-57DE-46C5-A72A-E2F9F1C069C8}" presName="compNode" presStyleCnt="0"/>
      <dgm:spPr/>
    </dgm:pt>
    <dgm:pt modelId="{7F3B80F3-285C-40CE-910C-E55A86018813}" type="pres">
      <dgm:prSet presAssocID="{A6E2A89B-57DE-46C5-A72A-E2F9F1C069C8}" presName="bgRect" presStyleLbl="bgShp" presStyleIdx="0" presStyleCnt="5"/>
      <dgm:spPr/>
    </dgm:pt>
    <dgm:pt modelId="{26DFAEE0-0805-4AAF-8C01-BE4B086417A7}" type="pres">
      <dgm:prSet presAssocID="{A6E2A89B-57DE-46C5-A72A-E2F9F1C069C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206A625F-87A4-45F9-99CB-F5D188C77CDB}" type="pres">
      <dgm:prSet presAssocID="{A6E2A89B-57DE-46C5-A72A-E2F9F1C069C8}" presName="spaceRect" presStyleCnt="0"/>
      <dgm:spPr/>
    </dgm:pt>
    <dgm:pt modelId="{C6D119B7-B20A-4967-B35B-09D476A1A71E}" type="pres">
      <dgm:prSet presAssocID="{A6E2A89B-57DE-46C5-A72A-E2F9F1C069C8}" presName="parTx" presStyleLbl="revTx" presStyleIdx="0" presStyleCnt="5">
        <dgm:presLayoutVars>
          <dgm:chMax val="0"/>
          <dgm:chPref val="0"/>
        </dgm:presLayoutVars>
      </dgm:prSet>
      <dgm:spPr/>
    </dgm:pt>
    <dgm:pt modelId="{C37AEBF4-D0B3-4A32-94AA-3B41B172FC3F}" type="pres">
      <dgm:prSet presAssocID="{E455D72F-DCE4-417E-9EDF-A5423276DB3C}" presName="sibTrans" presStyleCnt="0"/>
      <dgm:spPr/>
    </dgm:pt>
    <dgm:pt modelId="{9F1B4CA0-6BC8-4692-9238-E77ED66B99CF}" type="pres">
      <dgm:prSet presAssocID="{5BDC4080-6B3A-474D-989C-65EFF1EED00F}" presName="compNode" presStyleCnt="0"/>
      <dgm:spPr/>
    </dgm:pt>
    <dgm:pt modelId="{4F0A4E36-906C-46AE-B94C-69C000456530}" type="pres">
      <dgm:prSet presAssocID="{5BDC4080-6B3A-474D-989C-65EFF1EED00F}" presName="bgRect" presStyleLbl="bgShp" presStyleIdx="1" presStyleCnt="5"/>
      <dgm:spPr/>
    </dgm:pt>
    <dgm:pt modelId="{91C9B492-1399-435F-AF80-B8578A6ECA45}" type="pres">
      <dgm:prSet presAssocID="{5BDC4080-6B3A-474D-989C-65EFF1EED00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C7682AF-756A-444C-B20C-1384569FA22F}" type="pres">
      <dgm:prSet presAssocID="{5BDC4080-6B3A-474D-989C-65EFF1EED00F}" presName="spaceRect" presStyleCnt="0"/>
      <dgm:spPr/>
    </dgm:pt>
    <dgm:pt modelId="{14C32A17-6F2D-41D6-AA3E-4C64D870FF6B}" type="pres">
      <dgm:prSet presAssocID="{5BDC4080-6B3A-474D-989C-65EFF1EED00F}" presName="parTx" presStyleLbl="revTx" presStyleIdx="1" presStyleCnt="5">
        <dgm:presLayoutVars>
          <dgm:chMax val="0"/>
          <dgm:chPref val="0"/>
        </dgm:presLayoutVars>
      </dgm:prSet>
      <dgm:spPr/>
    </dgm:pt>
    <dgm:pt modelId="{03FC53D9-95C9-4B95-8E24-A45A348D62C4}" type="pres">
      <dgm:prSet presAssocID="{AD27106D-0EF4-496E-8CD4-85C65AB46F29}" presName="sibTrans" presStyleCnt="0"/>
      <dgm:spPr/>
    </dgm:pt>
    <dgm:pt modelId="{1C3C2463-7C76-46F6-8DB3-528F3B3297B4}" type="pres">
      <dgm:prSet presAssocID="{9893243B-FA5E-48FB-9FF4-D3573AF3B22E}" presName="compNode" presStyleCnt="0"/>
      <dgm:spPr/>
    </dgm:pt>
    <dgm:pt modelId="{51CCE147-6A04-4AA2-B15F-4CA7B0BFE003}" type="pres">
      <dgm:prSet presAssocID="{9893243B-FA5E-48FB-9FF4-D3573AF3B22E}" presName="bgRect" presStyleLbl="bgShp" presStyleIdx="2" presStyleCnt="5"/>
      <dgm:spPr/>
    </dgm:pt>
    <dgm:pt modelId="{A1724753-C80D-4502-8635-8456404490AD}" type="pres">
      <dgm:prSet presAssocID="{9893243B-FA5E-48FB-9FF4-D3573AF3B22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nyon scene"/>
        </a:ext>
      </dgm:extLst>
    </dgm:pt>
    <dgm:pt modelId="{EC187DCD-A65B-4D81-8F7E-7BC6B64A76AE}" type="pres">
      <dgm:prSet presAssocID="{9893243B-FA5E-48FB-9FF4-D3573AF3B22E}" presName="spaceRect" presStyleCnt="0"/>
      <dgm:spPr/>
    </dgm:pt>
    <dgm:pt modelId="{20FB4882-7D0B-48BF-BDD0-76E5A4361DD4}" type="pres">
      <dgm:prSet presAssocID="{9893243B-FA5E-48FB-9FF4-D3573AF3B22E}" presName="parTx" presStyleLbl="revTx" presStyleIdx="2" presStyleCnt="5">
        <dgm:presLayoutVars>
          <dgm:chMax val="0"/>
          <dgm:chPref val="0"/>
        </dgm:presLayoutVars>
      </dgm:prSet>
      <dgm:spPr/>
    </dgm:pt>
    <dgm:pt modelId="{22740A36-C25B-4791-80CD-C3E89B4B58F4}" type="pres">
      <dgm:prSet presAssocID="{32E1B18C-8800-40C7-B7E9-1B97ECC1310B}" presName="sibTrans" presStyleCnt="0"/>
      <dgm:spPr/>
    </dgm:pt>
    <dgm:pt modelId="{B5C21DF4-3892-4F3B-855C-C24B5B9D06B1}" type="pres">
      <dgm:prSet presAssocID="{32DA2649-ABC9-4B81-A2B8-3577635AD38E}" presName="compNode" presStyleCnt="0"/>
      <dgm:spPr/>
    </dgm:pt>
    <dgm:pt modelId="{D81D073D-0159-42A4-BA09-5737C1403E6A}" type="pres">
      <dgm:prSet presAssocID="{32DA2649-ABC9-4B81-A2B8-3577635AD38E}" presName="bgRect" presStyleLbl="bgShp" presStyleIdx="3" presStyleCnt="5"/>
      <dgm:spPr/>
    </dgm:pt>
    <dgm:pt modelId="{1B3C1AB9-8B7F-46E4-8290-7FA47810A137}" type="pres">
      <dgm:prSet presAssocID="{32DA2649-ABC9-4B81-A2B8-3577635AD38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892B3815-093F-41CD-A217-67EECDC341FA}" type="pres">
      <dgm:prSet presAssocID="{32DA2649-ABC9-4B81-A2B8-3577635AD38E}" presName="spaceRect" presStyleCnt="0"/>
      <dgm:spPr/>
    </dgm:pt>
    <dgm:pt modelId="{E7CEFCFB-403B-4E93-ABE7-30378FAA8BBD}" type="pres">
      <dgm:prSet presAssocID="{32DA2649-ABC9-4B81-A2B8-3577635AD38E}" presName="parTx" presStyleLbl="revTx" presStyleIdx="3" presStyleCnt="5">
        <dgm:presLayoutVars>
          <dgm:chMax val="0"/>
          <dgm:chPref val="0"/>
        </dgm:presLayoutVars>
      </dgm:prSet>
      <dgm:spPr/>
    </dgm:pt>
    <dgm:pt modelId="{26F7B946-E0C4-4176-9F9B-831DE80EE857}" type="pres">
      <dgm:prSet presAssocID="{D7C34398-84D4-4709-AD97-B87347E952E1}" presName="sibTrans" presStyleCnt="0"/>
      <dgm:spPr/>
    </dgm:pt>
    <dgm:pt modelId="{B94DFD34-BA7D-405A-9C56-EC34E7B99793}" type="pres">
      <dgm:prSet presAssocID="{E4A6A450-DE56-457C-86E0-7E46268A8318}" presName="compNode" presStyleCnt="0"/>
      <dgm:spPr/>
    </dgm:pt>
    <dgm:pt modelId="{2455190A-AFAC-4150-A9D2-A88D57801634}" type="pres">
      <dgm:prSet presAssocID="{E4A6A450-DE56-457C-86E0-7E46268A8318}" presName="bgRect" presStyleLbl="bgShp" presStyleIdx="4" presStyleCnt="5"/>
      <dgm:spPr/>
    </dgm:pt>
    <dgm:pt modelId="{51E7D323-3839-42B9-B543-D656474EE86E}" type="pres">
      <dgm:prSet presAssocID="{E4A6A450-DE56-457C-86E0-7E46268A831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B0748EAC-2CCE-4BFE-8490-1F8C3BE58D9C}" type="pres">
      <dgm:prSet presAssocID="{E4A6A450-DE56-457C-86E0-7E46268A8318}" presName="spaceRect" presStyleCnt="0"/>
      <dgm:spPr/>
    </dgm:pt>
    <dgm:pt modelId="{660CC3BC-0575-4178-BD28-AC72394690F2}" type="pres">
      <dgm:prSet presAssocID="{E4A6A450-DE56-457C-86E0-7E46268A831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4E3FE31-08F2-40A2-BE16-BD5125C746F1}" type="presOf" srcId="{9893243B-FA5E-48FB-9FF4-D3573AF3B22E}" destId="{20FB4882-7D0B-48BF-BDD0-76E5A4361DD4}" srcOrd="0" destOrd="0" presId="urn:microsoft.com/office/officeart/2018/2/layout/IconVerticalSolidList"/>
    <dgm:cxn modelId="{7B8C5A38-AB5F-4FD0-BE62-5B14BFEFB685}" srcId="{5A21444B-BA7C-4E74-9B75-6C40FF79BEBC}" destId="{E4A6A450-DE56-457C-86E0-7E46268A8318}" srcOrd="4" destOrd="0" parTransId="{8382A2DF-CC46-4290-9190-79AF51A4D93B}" sibTransId="{3E6FB1A7-0A3B-4C8F-A0F5-086BB0244B12}"/>
    <dgm:cxn modelId="{8D59185D-E784-458E-A0E3-FB4C75853ED4}" type="presOf" srcId="{A6E2A89B-57DE-46C5-A72A-E2F9F1C069C8}" destId="{C6D119B7-B20A-4967-B35B-09D476A1A71E}" srcOrd="0" destOrd="0" presId="urn:microsoft.com/office/officeart/2018/2/layout/IconVerticalSolidList"/>
    <dgm:cxn modelId="{952C3744-05FD-47B4-88D7-52F0D98B311F}" type="presOf" srcId="{5A21444B-BA7C-4E74-9B75-6C40FF79BEBC}" destId="{2ED12AD2-4340-46D7-BFF2-9451A0FD277F}" srcOrd="0" destOrd="0" presId="urn:microsoft.com/office/officeart/2018/2/layout/IconVerticalSolidList"/>
    <dgm:cxn modelId="{7D53C550-A08A-4648-ABB6-FBE13832CFD5}" srcId="{5A21444B-BA7C-4E74-9B75-6C40FF79BEBC}" destId="{32DA2649-ABC9-4B81-A2B8-3577635AD38E}" srcOrd="3" destOrd="0" parTransId="{7C4ED801-F385-42D2-B2EE-5559E95EF36A}" sibTransId="{D7C34398-84D4-4709-AD97-B87347E952E1}"/>
    <dgm:cxn modelId="{F2372B71-5B1C-4184-9C5B-AD61717F679E}" srcId="{5A21444B-BA7C-4E74-9B75-6C40FF79BEBC}" destId="{A6E2A89B-57DE-46C5-A72A-E2F9F1C069C8}" srcOrd="0" destOrd="0" parTransId="{E1171DA2-12A0-43C4-ABA7-95D038A2F49C}" sibTransId="{E455D72F-DCE4-417E-9EDF-A5423276DB3C}"/>
    <dgm:cxn modelId="{C1F6517D-8F4B-4A18-BD22-15925D311521}" srcId="{5A21444B-BA7C-4E74-9B75-6C40FF79BEBC}" destId="{9893243B-FA5E-48FB-9FF4-D3573AF3B22E}" srcOrd="2" destOrd="0" parTransId="{D65F6AF3-E342-4148-8F91-1A021839C8FC}" sibTransId="{32E1B18C-8800-40C7-B7E9-1B97ECC1310B}"/>
    <dgm:cxn modelId="{B23DBF89-D900-485D-A25E-C61AFCBE3639}" type="presOf" srcId="{E4A6A450-DE56-457C-86E0-7E46268A8318}" destId="{660CC3BC-0575-4178-BD28-AC72394690F2}" srcOrd="0" destOrd="0" presId="urn:microsoft.com/office/officeart/2018/2/layout/IconVerticalSolidList"/>
    <dgm:cxn modelId="{721CD9CF-5498-4A0C-A61B-E67EE3576136}" type="presOf" srcId="{32DA2649-ABC9-4B81-A2B8-3577635AD38E}" destId="{E7CEFCFB-403B-4E93-ABE7-30378FAA8BBD}" srcOrd="0" destOrd="0" presId="urn:microsoft.com/office/officeart/2018/2/layout/IconVerticalSolidList"/>
    <dgm:cxn modelId="{E16837D1-D808-42E5-AC67-FE4F952A0F01}" srcId="{5A21444B-BA7C-4E74-9B75-6C40FF79BEBC}" destId="{5BDC4080-6B3A-474D-989C-65EFF1EED00F}" srcOrd="1" destOrd="0" parTransId="{57F32311-9D36-45ED-9FC9-B10758048FF7}" sibTransId="{AD27106D-0EF4-496E-8CD4-85C65AB46F29}"/>
    <dgm:cxn modelId="{F958ECD4-897C-4F76-BFA8-73DD08C51332}" type="presOf" srcId="{5BDC4080-6B3A-474D-989C-65EFF1EED00F}" destId="{14C32A17-6F2D-41D6-AA3E-4C64D870FF6B}" srcOrd="0" destOrd="0" presId="urn:microsoft.com/office/officeart/2018/2/layout/IconVerticalSolidList"/>
    <dgm:cxn modelId="{A2D667D8-D490-48A7-BC79-03CE9BEACC8D}" type="presParOf" srcId="{2ED12AD2-4340-46D7-BFF2-9451A0FD277F}" destId="{B413AD54-F769-4FF9-9B69-48A58F96D9CA}" srcOrd="0" destOrd="0" presId="urn:microsoft.com/office/officeart/2018/2/layout/IconVerticalSolidList"/>
    <dgm:cxn modelId="{378A457B-17E8-4640-BFBD-24703D8F5470}" type="presParOf" srcId="{B413AD54-F769-4FF9-9B69-48A58F96D9CA}" destId="{7F3B80F3-285C-40CE-910C-E55A86018813}" srcOrd="0" destOrd="0" presId="urn:microsoft.com/office/officeart/2018/2/layout/IconVerticalSolidList"/>
    <dgm:cxn modelId="{CAAD689E-132D-43FC-B0AC-6155ED4A9C4F}" type="presParOf" srcId="{B413AD54-F769-4FF9-9B69-48A58F96D9CA}" destId="{26DFAEE0-0805-4AAF-8C01-BE4B086417A7}" srcOrd="1" destOrd="0" presId="urn:microsoft.com/office/officeart/2018/2/layout/IconVerticalSolidList"/>
    <dgm:cxn modelId="{CFA7A79E-0C60-495A-BB52-3C684A3021E7}" type="presParOf" srcId="{B413AD54-F769-4FF9-9B69-48A58F96D9CA}" destId="{206A625F-87A4-45F9-99CB-F5D188C77CDB}" srcOrd="2" destOrd="0" presId="urn:microsoft.com/office/officeart/2018/2/layout/IconVerticalSolidList"/>
    <dgm:cxn modelId="{12B40879-54D1-4788-BE0F-7E1C7D108DF4}" type="presParOf" srcId="{B413AD54-F769-4FF9-9B69-48A58F96D9CA}" destId="{C6D119B7-B20A-4967-B35B-09D476A1A71E}" srcOrd="3" destOrd="0" presId="urn:microsoft.com/office/officeart/2018/2/layout/IconVerticalSolidList"/>
    <dgm:cxn modelId="{CA6721F8-08E4-4F28-BDEB-E9012B91EBC2}" type="presParOf" srcId="{2ED12AD2-4340-46D7-BFF2-9451A0FD277F}" destId="{C37AEBF4-D0B3-4A32-94AA-3B41B172FC3F}" srcOrd="1" destOrd="0" presId="urn:microsoft.com/office/officeart/2018/2/layout/IconVerticalSolidList"/>
    <dgm:cxn modelId="{8E1341D2-F00C-488B-BF1A-64211EA5F5ED}" type="presParOf" srcId="{2ED12AD2-4340-46D7-BFF2-9451A0FD277F}" destId="{9F1B4CA0-6BC8-4692-9238-E77ED66B99CF}" srcOrd="2" destOrd="0" presId="urn:microsoft.com/office/officeart/2018/2/layout/IconVerticalSolidList"/>
    <dgm:cxn modelId="{B8768E01-372D-4D39-98C6-1C078D433701}" type="presParOf" srcId="{9F1B4CA0-6BC8-4692-9238-E77ED66B99CF}" destId="{4F0A4E36-906C-46AE-B94C-69C000456530}" srcOrd="0" destOrd="0" presId="urn:microsoft.com/office/officeart/2018/2/layout/IconVerticalSolidList"/>
    <dgm:cxn modelId="{609991C6-27D1-4021-B9CD-39B911537E18}" type="presParOf" srcId="{9F1B4CA0-6BC8-4692-9238-E77ED66B99CF}" destId="{91C9B492-1399-435F-AF80-B8578A6ECA45}" srcOrd="1" destOrd="0" presId="urn:microsoft.com/office/officeart/2018/2/layout/IconVerticalSolidList"/>
    <dgm:cxn modelId="{84050221-3450-4D02-BB66-C4BC2B5AE84E}" type="presParOf" srcId="{9F1B4CA0-6BC8-4692-9238-E77ED66B99CF}" destId="{CC7682AF-756A-444C-B20C-1384569FA22F}" srcOrd="2" destOrd="0" presId="urn:microsoft.com/office/officeart/2018/2/layout/IconVerticalSolidList"/>
    <dgm:cxn modelId="{671A79B6-988C-499F-AF74-F828DE4AFA39}" type="presParOf" srcId="{9F1B4CA0-6BC8-4692-9238-E77ED66B99CF}" destId="{14C32A17-6F2D-41D6-AA3E-4C64D870FF6B}" srcOrd="3" destOrd="0" presId="urn:microsoft.com/office/officeart/2018/2/layout/IconVerticalSolidList"/>
    <dgm:cxn modelId="{01FD24A9-CC6E-44A6-ACC7-BB413412AC5C}" type="presParOf" srcId="{2ED12AD2-4340-46D7-BFF2-9451A0FD277F}" destId="{03FC53D9-95C9-4B95-8E24-A45A348D62C4}" srcOrd="3" destOrd="0" presId="urn:microsoft.com/office/officeart/2018/2/layout/IconVerticalSolidList"/>
    <dgm:cxn modelId="{EE293457-4E9B-4EB3-BF27-8050070A157A}" type="presParOf" srcId="{2ED12AD2-4340-46D7-BFF2-9451A0FD277F}" destId="{1C3C2463-7C76-46F6-8DB3-528F3B3297B4}" srcOrd="4" destOrd="0" presId="urn:microsoft.com/office/officeart/2018/2/layout/IconVerticalSolidList"/>
    <dgm:cxn modelId="{7B4FF43D-D295-4921-B5EE-A99A5C7FA56B}" type="presParOf" srcId="{1C3C2463-7C76-46F6-8DB3-528F3B3297B4}" destId="{51CCE147-6A04-4AA2-B15F-4CA7B0BFE003}" srcOrd="0" destOrd="0" presId="urn:microsoft.com/office/officeart/2018/2/layout/IconVerticalSolidList"/>
    <dgm:cxn modelId="{749A7480-A863-4C0B-9FC0-5474E892BC0E}" type="presParOf" srcId="{1C3C2463-7C76-46F6-8DB3-528F3B3297B4}" destId="{A1724753-C80D-4502-8635-8456404490AD}" srcOrd="1" destOrd="0" presId="urn:microsoft.com/office/officeart/2018/2/layout/IconVerticalSolidList"/>
    <dgm:cxn modelId="{7D6B890A-1807-40EC-92EE-5C0164348834}" type="presParOf" srcId="{1C3C2463-7C76-46F6-8DB3-528F3B3297B4}" destId="{EC187DCD-A65B-4D81-8F7E-7BC6B64A76AE}" srcOrd="2" destOrd="0" presId="urn:microsoft.com/office/officeart/2018/2/layout/IconVerticalSolidList"/>
    <dgm:cxn modelId="{A0109ACD-5E1A-4475-8BC8-833F34035DA1}" type="presParOf" srcId="{1C3C2463-7C76-46F6-8DB3-528F3B3297B4}" destId="{20FB4882-7D0B-48BF-BDD0-76E5A4361DD4}" srcOrd="3" destOrd="0" presId="urn:microsoft.com/office/officeart/2018/2/layout/IconVerticalSolidList"/>
    <dgm:cxn modelId="{94310F4B-075C-4AE0-AB24-151A864DB3A9}" type="presParOf" srcId="{2ED12AD2-4340-46D7-BFF2-9451A0FD277F}" destId="{22740A36-C25B-4791-80CD-C3E89B4B58F4}" srcOrd="5" destOrd="0" presId="urn:microsoft.com/office/officeart/2018/2/layout/IconVerticalSolidList"/>
    <dgm:cxn modelId="{C2D5136C-FB7D-4265-B127-5F53683AEE01}" type="presParOf" srcId="{2ED12AD2-4340-46D7-BFF2-9451A0FD277F}" destId="{B5C21DF4-3892-4F3B-855C-C24B5B9D06B1}" srcOrd="6" destOrd="0" presId="urn:microsoft.com/office/officeart/2018/2/layout/IconVerticalSolidList"/>
    <dgm:cxn modelId="{43E06374-BECF-44A8-B1C3-5BF21DFD786B}" type="presParOf" srcId="{B5C21DF4-3892-4F3B-855C-C24B5B9D06B1}" destId="{D81D073D-0159-42A4-BA09-5737C1403E6A}" srcOrd="0" destOrd="0" presId="urn:microsoft.com/office/officeart/2018/2/layout/IconVerticalSolidList"/>
    <dgm:cxn modelId="{92124BA7-335B-46B4-B378-ADB0692B22DF}" type="presParOf" srcId="{B5C21DF4-3892-4F3B-855C-C24B5B9D06B1}" destId="{1B3C1AB9-8B7F-46E4-8290-7FA47810A137}" srcOrd="1" destOrd="0" presId="urn:microsoft.com/office/officeart/2018/2/layout/IconVerticalSolidList"/>
    <dgm:cxn modelId="{E2DDCC58-FEF1-4373-88D2-BC8B9CF3162E}" type="presParOf" srcId="{B5C21DF4-3892-4F3B-855C-C24B5B9D06B1}" destId="{892B3815-093F-41CD-A217-67EECDC341FA}" srcOrd="2" destOrd="0" presId="urn:microsoft.com/office/officeart/2018/2/layout/IconVerticalSolidList"/>
    <dgm:cxn modelId="{04A8D0FF-DC1D-4F35-9194-695AA1547AFF}" type="presParOf" srcId="{B5C21DF4-3892-4F3B-855C-C24B5B9D06B1}" destId="{E7CEFCFB-403B-4E93-ABE7-30378FAA8BBD}" srcOrd="3" destOrd="0" presId="urn:microsoft.com/office/officeart/2018/2/layout/IconVerticalSolidList"/>
    <dgm:cxn modelId="{5349C1C4-81F3-4097-B190-608AE78A46A6}" type="presParOf" srcId="{2ED12AD2-4340-46D7-BFF2-9451A0FD277F}" destId="{26F7B946-E0C4-4176-9F9B-831DE80EE857}" srcOrd="7" destOrd="0" presId="urn:microsoft.com/office/officeart/2018/2/layout/IconVerticalSolidList"/>
    <dgm:cxn modelId="{4775395A-DA55-4344-8702-FE479385E8E3}" type="presParOf" srcId="{2ED12AD2-4340-46D7-BFF2-9451A0FD277F}" destId="{B94DFD34-BA7D-405A-9C56-EC34E7B99793}" srcOrd="8" destOrd="0" presId="urn:microsoft.com/office/officeart/2018/2/layout/IconVerticalSolidList"/>
    <dgm:cxn modelId="{0EBF7D6F-E912-4B80-96A3-6BE0665C34D6}" type="presParOf" srcId="{B94DFD34-BA7D-405A-9C56-EC34E7B99793}" destId="{2455190A-AFAC-4150-A9D2-A88D57801634}" srcOrd="0" destOrd="0" presId="urn:microsoft.com/office/officeart/2018/2/layout/IconVerticalSolidList"/>
    <dgm:cxn modelId="{0A4049ED-D58F-4C3C-8302-93E8A6F3BCAC}" type="presParOf" srcId="{B94DFD34-BA7D-405A-9C56-EC34E7B99793}" destId="{51E7D323-3839-42B9-B543-D656474EE86E}" srcOrd="1" destOrd="0" presId="urn:microsoft.com/office/officeart/2018/2/layout/IconVerticalSolidList"/>
    <dgm:cxn modelId="{92DD0169-303A-496A-AEB7-518C7663F049}" type="presParOf" srcId="{B94DFD34-BA7D-405A-9C56-EC34E7B99793}" destId="{B0748EAC-2CCE-4BFE-8490-1F8C3BE58D9C}" srcOrd="2" destOrd="0" presId="urn:microsoft.com/office/officeart/2018/2/layout/IconVerticalSolidList"/>
    <dgm:cxn modelId="{1E76D38A-9388-4F89-B8E5-FD1E607CE3B8}" type="presParOf" srcId="{B94DFD34-BA7D-405A-9C56-EC34E7B99793}" destId="{660CC3BC-0575-4178-BD28-AC72394690F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80E7C1-0FD8-4CD2-AF93-9844CE8360FC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A9A350-4C37-40E2-972C-645FDF7DCDC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Use tools like PagerDuty or Opsgenie to rotate shifts equitably</a:t>
          </a:r>
        </a:p>
      </dgm:t>
    </dgm:pt>
    <dgm:pt modelId="{BDB515C0-0EF6-42E2-B752-60EE1ED6D27A}" type="parTrans" cxnId="{5D44BB1A-0744-4E5D-9E3B-3C5C3BAE7414}">
      <dgm:prSet/>
      <dgm:spPr/>
      <dgm:t>
        <a:bodyPr/>
        <a:lstStyle/>
        <a:p>
          <a:endParaRPr lang="en-US"/>
        </a:p>
      </dgm:t>
    </dgm:pt>
    <dgm:pt modelId="{66386DD1-135E-4018-BD88-B478AC27965A}" type="sibTrans" cxnId="{5D44BB1A-0744-4E5D-9E3B-3C5C3BAE7414}">
      <dgm:prSet/>
      <dgm:spPr/>
      <dgm:t>
        <a:bodyPr/>
        <a:lstStyle/>
        <a:p>
          <a:endParaRPr lang="en-US"/>
        </a:p>
      </dgm:t>
    </dgm:pt>
    <dgm:pt modelId="{C7B7E525-38CF-4375-9B6B-5684E5C25B7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Make the schedule visible to avoid confusion</a:t>
          </a:r>
        </a:p>
      </dgm:t>
    </dgm:pt>
    <dgm:pt modelId="{41EF8131-8404-4D0B-BC91-1F719052E8C7}" type="parTrans" cxnId="{E050ADA0-C133-4E4E-A63A-A9E295289D8C}">
      <dgm:prSet/>
      <dgm:spPr/>
      <dgm:t>
        <a:bodyPr/>
        <a:lstStyle/>
        <a:p>
          <a:endParaRPr lang="en-US"/>
        </a:p>
      </dgm:t>
    </dgm:pt>
    <dgm:pt modelId="{AA8E68C7-9DC7-4E28-BF15-8829AC03512B}" type="sibTrans" cxnId="{E050ADA0-C133-4E4E-A63A-A9E295289D8C}">
      <dgm:prSet/>
      <dgm:spPr/>
      <dgm:t>
        <a:bodyPr/>
        <a:lstStyle/>
        <a:p>
          <a:endParaRPr lang="en-US"/>
        </a:p>
      </dgm:t>
    </dgm:pt>
    <dgm:pt modelId="{2E346C36-10A7-46D0-9BF6-001E6E97A83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“With intuitive, flexible scheduling and escalations, PagerDuty On-Call Management makes it simple to distribute on-call responsibilities across teams” (PagerDuty, n.d.) </a:t>
          </a:r>
        </a:p>
      </dgm:t>
    </dgm:pt>
    <dgm:pt modelId="{A24ACA80-21DE-4CD8-BC30-EB9E8A02AC9F}" type="parTrans" cxnId="{390975D6-490E-442E-892B-44A7B90A3550}">
      <dgm:prSet/>
      <dgm:spPr/>
      <dgm:t>
        <a:bodyPr/>
        <a:lstStyle/>
        <a:p>
          <a:endParaRPr lang="en-US"/>
        </a:p>
      </dgm:t>
    </dgm:pt>
    <dgm:pt modelId="{27C87B7A-90F5-4E7B-B5AF-ACF6F4A5FD7B}" type="sibTrans" cxnId="{390975D6-490E-442E-892B-44A7B90A3550}">
      <dgm:prSet/>
      <dgm:spPr/>
      <dgm:t>
        <a:bodyPr/>
        <a:lstStyle/>
        <a:p>
          <a:endParaRPr lang="en-US"/>
        </a:p>
      </dgm:t>
    </dgm:pt>
    <dgm:pt modelId="{BB221F81-52CA-4211-8270-6F63788D4E6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Avoid “hero culture” and help prevent burnout</a:t>
          </a:r>
        </a:p>
      </dgm:t>
    </dgm:pt>
    <dgm:pt modelId="{6FD3E993-3E4A-4193-89B2-566FBD0B22B5}" type="parTrans" cxnId="{B1B0C40E-1F78-4A40-B016-E0F1EA61264F}">
      <dgm:prSet/>
      <dgm:spPr/>
      <dgm:t>
        <a:bodyPr/>
        <a:lstStyle/>
        <a:p>
          <a:endParaRPr lang="en-US"/>
        </a:p>
      </dgm:t>
    </dgm:pt>
    <dgm:pt modelId="{506ECCC2-54E8-4D55-93E7-0BD931573BB0}" type="sibTrans" cxnId="{B1B0C40E-1F78-4A40-B016-E0F1EA61264F}">
      <dgm:prSet/>
      <dgm:spPr/>
      <dgm:t>
        <a:bodyPr/>
        <a:lstStyle/>
        <a:p>
          <a:endParaRPr lang="en-US"/>
        </a:p>
      </dgm:t>
    </dgm:pt>
    <dgm:pt modelId="{3B3916DC-549B-428B-A515-2AF0A387C623}" type="pres">
      <dgm:prSet presAssocID="{4E80E7C1-0FD8-4CD2-AF93-9844CE8360FC}" presName="root" presStyleCnt="0">
        <dgm:presLayoutVars>
          <dgm:dir/>
          <dgm:resizeHandles val="exact"/>
        </dgm:presLayoutVars>
      </dgm:prSet>
      <dgm:spPr/>
    </dgm:pt>
    <dgm:pt modelId="{64C3D258-FD7C-43EC-9669-287553D12044}" type="pres">
      <dgm:prSet presAssocID="{95A9A350-4C37-40E2-972C-645FDF7DCDC3}" presName="compNode" presStyleCnt="0"/>
      <dgm:spPr/>
    </dgm:pt>
    <dgm:pt modelId="{20433878-9C03-48F3-9145-1293DDA31E75}" type="pres">
      <dgm:prSet presAssocID="{95A9A350-4C37-40E2-972C-645FDF7DCDC3}" presName="iconBgRect" presStyleLbl="bgShp" presStyleIdx="0" presStyleCnt="4"/>
      <dgm:spPr/>
    </dgm:pt>
    <dgm:pt modelId="{C9D72880-FB00-4FD5-A783-0229F7E3CBF5}" type="pres">
      <dgm:prSet presAssocID="{95A9A350-4C37-40E2-972C-645FDF7DCDC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04BF645E-3CFB-4A23-BD46-998CE26196CE}" type="pres">
      <dgm:prSet presAssocID="{95A9A350-4C37-40E2-972C-645FDF7DCDC3}" presName="spaceRect" presStyleCnt="0"/>
      <dgm:spPr/>
    </dgm:pt>
    <dgm:pt modelId="{8EB4D6A7-DD4E-47B5-B489-C8EBEF352CC1}" type="pres">
      <dgm:prSet presAssocID="{95A9A350-4C37-40E2-972C-645FDF7DCDC3}" presName="textRect" presStyleLbl="revTx" presStyleIdx="0" presStyleCnt="4">
        <dgm:presLayoutVars>
          <dgm:chMax val="1"/>
          <dgm:chPref val="1"/>
        </dgm:presLayoutVars>
      </dgm:prSet>
      <dgm:spPr/>
    </dgm:pt>
    <dgm:pt modelId="{3C3A6886-B450-42CA-B496-94DDBD806A8F}" type="pres">
      <dgm:prSet presAssocID="{66386DD1-135E-4018-BD88-B478AC27965A}" presName="sibTrans" presStyleCnt="0"/>
      <dgm:spPr/>
    </dgm:pt>
    <dgm:pt modelId="{C329C628-6561-4104-BD07-6F4116B34613}" type="pres">
      <dgm:prSet presAssocID="{C7B7E525-38CF-4375-9B6B-5684E5C25B7B}" presName="compNode" presStyleCnt="0"/>
      <dgm:spPr/>
    </dgm:pt>
    <dgm:pt modelId="{16AF54EA-302B-4371-B58F-8B1273E2FA24}" type="pres">
      <dgm:prSet presAssocID="{C7B7E525-38CF-4375-9B6B-5684E5C25B7B}" presName="iconBgRect" presStyleLbl="bgShp" presStyleIdx="1" presStyleCnt="4"/>
      <dgm:spPr/>
    </dgm:pt>
    <dgm:pt modelId="{EC2D9011-E70E-46BF-8635-EAE652FDCD7C}" type="pres">
      <dgm:prSet presAssocID="{C7B7E525-38CF-4375-9B6B-5684E5C25B7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BF23A4C-DA2F-467A-A6CC-8869697A4FD9}" type="pres">
      <dgm:prSet presAssocID="{C7B7E525-38CF-4375-9B6B-5684E5C25B7B}" presName="spaceRect" presStyleCnt="0"/>
      <dgm:spPr/>
    </dgm:pt>
    <dgm:pt modelId="{2B3636B9-0420-460B-B477-6E81E95DECCD}" type="pres">
      <dgm:prSet presAssocID="{C7B7E525-38CF-4375-9B6B-5684E5C25B7B}" presName="textRect" presStyleLbl="revTx" presStyleIdx="1" presStyleCnt="4">
        <dgm:presLayoutVars>
          <dgm:chMax val="1"/>
          <dgm:chPref val="1"/>
        </dgm:presLayoutVars>
      </dgm:prSet>
      <dgm:spPr/>
    </dgm:pt>
    <dgm:pt modelId="{0B59CEB7-6098-4FBE-9F5E-494C13D4351F}" type="pres">
      <dgm:prSet presAssocID="{AA8E68C7-9DC7-4E28-BF15-8829AC03512B}" presName="sibTrans" presStyleCnt="0"/>
      <dgm:spPr/>
    </dgm:pt>
    <dgm:pt modelId="{14508317-A279-4AC5-BF17-790A83B838CE}" type="pres">
      <dgm:prSet presAssocID="{2E346C36-10A7-46D0-9BF6-001E6E97A833}" presName="compNode" presStyleCnt="0"/>
      <dgm:spPr/>
    </dgm:pt>
    <dgm:pt modelId="{045EDDBA-8CA1-4B3A-9C50-3C17C880C9E6}" type="pres">
      <dgm:prSet presAssocID="{2E346C36-10A7-46D0-9BF6-001E6E97A833}" presName="iconBgRect" presStyleLbl="bgShp" presStyleIdx="2" presStyleCnt="4"/>
      <dgm:spPr/>
    </dgm:pt>
    <dgm:pt modelId="{AF63F0C6-21C7-4B0B-A095-CB36BA0FE63A}" type="pres">
      <dgm:prSet presAssocID="{2E346C36-10A7-46D0-9BF6-001E6E97A83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1B80201D-3F59-4A58-B648-00B85258E786}" type="pres">
      <dgm:prSet presAssocID="{2E346C36-10A7-46D0-9BF6-001E6E97A833}" presName="spaceRect" presStyleCnt="0"/>
      <dgm:spPr/>
    </dgm:pt>
    <dgm:pt modelId="{1FAEF2E9-1ECA-478B-83DC-135DC018140A}" type="pres">
      <dgm:prSet presAssocID="{2E346C36-10A7-46D0-9BF6-001E6E97A833}" presName="textRect" presStyleLbl="revTx" presStyleIdx="2" presStyleCnt="4">
        <dgm:presLayoutVars>
          <dgm:chMax val="1"/>
          <dgm:chPref val="1"/>
        </dgm:presLayoutVars>
      </dgm:prSet>
      <dgm:spPr/>
    </dgm:pt>
    <dgm:pt modelId="{1CB5E892-66C9-4C03-9C7F-81F439AB21AF}" type="pres">
      <dgm:prSet presAssocID="{27C87B7A-90F5-4E7B-B5AF-ACF6F4A5FD7B}" presName="sibTrans" presStyleCnt="0"/>
      <dgm:spPr/>
    </dgm:pt>
    <dgm:pt modelId="{79821537-5323-4967-9140-6F4FBC1DE3A1}" type="pres">
      <dgm:prSet presAssocID="{BB221F81-52CA-4211-8270-6F63788D4E66}" presName="compNode" presStyleCnt="0"/>
      <dgm:spPr/>
    </dgm:pt>
    <dgm:pt modelId="{CA246FD3-DFE1-4207-872F-4AC1DFC8530D}" type="pres">
      <dgm:prSet presAssocID="{BB221F81-52CA-4211-8270-6F63788D4E66}" presName="iconBgRect" presStyleLbl="bgShp" presStyleIdx="3" presStyleCnt="4"/>
      <dgm:spPr/>
    </dgm:pt>
    <dgm:pt modelId="{9150139F-0B3F-4EDF-B462-5BE9932996EB}" type="pres">
      <dgm:prSet presAssocID="{BB221F81-52CA-4211-8270-6F63788D4E6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re"/>
        </a:ext>
      </dgm:extLst>
    </dgm:pt>
    <dgm:pt modelId="{CC8A6EBA-EDE4-4B67-A797-BFA6D9D6C946}" type="pres">
      <dgm:prSet presAssocID="{BB221F81-52CA-4211-8270-6F63788D4E66}" presName="spaceRect" presStyleCnt="0"/>
      <dgm:spPr/>
    </dgm:pt>
    <dgm:pt modelId="{0197FB5F-D65E-4113-9FF9-B3C3DD64FEDE}" type="pres">
      <dgm:prSet presAssocID="{BB221F81-52CA-4211-8270-6F63788D4E6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1B0C40E-1F78-4A40-B016-E0F1EA61264F}" srcId="{4E80E7C1-0FD8-4CD2-AF93-9844CE8360FC}" destId="{BB221F81-52CA-4211-8270-6F63788D4E66}" srcOrd="3" destOrd="0" parTransId="{6FD3E993-3E4A-4193-89B2-566FBD0B22B5}" sibTransId="{506ECCC2-54E8-4D55-93E7-0BD931573BB0}"/>
    <dgm:cxn modelId="{78E52A15-E468-4709-868E-F457C0BDC150}" type="presOf" srcId="{4E80E7C1-0FD8-4CD2-AF93-9844CE8360FC}" destId="{3B3916DC-549B-428B-A515-2AF0A387C623}" srcOrd="0" destOrd="0" presId="urn:microsoft.com/office/officeart/2018/5/layout/IconCircleLabelList"/>
    <dgm:cxn modelId="{5D44BB1A-0744-4E5D-9E3B-3C5C3BAE7414}" srcId="{4E80E7C1-0FD8-4CD2-AF93-9844CE8360FC}" destId="{95A9A350-4C37-40E2-972C-645FDF7DCDC3}" srcOrd="0" destOrd="0" parTransId="{BDB515C0-0EF6-42E2-B752-60EE1ED6D27A}" sibTransId="{66386DD1-135E-4018-BD88-B478AC27965A}"/>
    <dgm:cxn modelId="{87F44747-E2A6-4B98-BC38-7728F3225AC2}" type="presOf" srcId="{2E346C36-10A7-46D0-9BF6-001E6E97A833}" destId="{1FAEF2E9-1ECA-478B-83DC-135DC018140A}" srcOrd="0" destOrd="0" presId="urn:microsoft.com/office/officeart/2018/5/layout/IconCircleLabelList"/>
    <dgm:cxn modelId="{E050ADA0-C133-4E4E-A63A-A9E295289D8C}" srcId="{4E80E7C1-0FD8-4CD2-AF93-9844CE8360FC}" destId="{C7B7E525-38CF-4375-9B6B-5684E5C25B7B}" srcOrd="1" destOrd="0" parTransId="{41EF8131-8404-4D0B-BC91-1F719052E8C7}" sibTransId="{AA8E68C7-9DC7-4E28-BF15-8829AC03512B}"/>
    <dgm:cxn modelId="{73F149B4-4F60-40EF-B608-C18C7435E935}" type="presOf" srcId="{BB221F81-52CA-4211-8270-6F63788D4E66}" destId="{0197FB5F-D65E-4113-9FF9-B3C3DD64FEDE}" srcOrd="0" destOrd="0" presId="urn:microsoft.com/office/officeart/2018/5/layout/IconCircleLabelList"/>
    <dgm:cxn modelId="{390975D6-490E-442E-892B-44A7B90A3550}" srcId="{4E80E7C1-0FD8-4CD2-AF93-9844CE8360FC}" destId="{2E346C36-10A7-46D0-9BF6-001E6E97A833}" srcOrd="2" destOrd="0" parTransId="{A24ACA80-21DE-4CD8-BC30-EB9E8A02AC9F}" sibTransId="{27C87B7A-90F5-4E7B-B5AF-ACF6F4A5FD7B}"/>
    <dgm:cxn modelId="{D8746AEC-3C04-4172-8A3A-FE30271AD6B7}" type="presOf" srcId="{C7B7E525-38CF-4375-9B6B-5684E5C25B7B}" destId="{2B3636B9-0420-460B-B477-6E81E95DECCD}" srcOrd="0" destOrd="0" presId="urn:microsoft.com/office/officeart/2018/5/layout/IconCircleLabelList"/>
    <dgm:cxn modelId="{8CB3DCFD-A981-4095-96E5-A7B8BD6C4654}" type="presOf" srcId="{95A9A350-4C37-40E2-972C-645FDF7DCDC3}" destId="{8EB4D6A7-DD4E-47B5-B489-C8EBEF352CC1}" srcOrd="0" destOrd="0" presId="urn:microsoft.com/office/officeart/2018/5/layout/IconCircleLabelList"/>
    <dgm:cxn modelId="{864189A7-922C-4A27-B60D-7755CC7664AB}" type="presParOf" srcId="{3B3916DC-549B-428B-A515-2AF0A387C623}" destId="{64C3D258-FD7C-43EC-9669-287553D12044}" srcOrd="0" destOrd="0" presId="urn:microsoft.com/office/officeart/2018/5/layout/IconCircleLabelList"/>
    <dgm:cxn modelId="{53A50D4C-1DFC-41F9-8D59-824DC1CC798D}" type="presParOf" srcId="{64C3D258-FD7C-43EC-9669-287553D12044}" destId="{20433878-9C03-48F3-9145-1293DDA31E75}" srcOrd="0" destOrd="0" presId="urn:microsoft.com/office/officeart/2018/5/layout/IconCircleLabelList"/>
    <dgm:cxn modelId="{116801F4-635A-4F5C-8102-7C99FF60409F}" type="presParOf" srcId="{64C3D258-FD7C-43EC-9669-287553D12044}" destId="{C9D72880-FB00-4FD5-A783-0229F7E3CBF5}" srcOrd="1" destOrd="0" presId="urn:microsoft.com/office/officeart/2018/5/layout/IconCircleLabelList"/>
    <dgm:cxn modelId="{90003124-4631-4051-ADAE-E2143C41FFB1}" type="presParOf" srcId="{64C3D258-FD7C-43EC-9669-287553D12044}" destId="{04BF645E-3CFB-4A23-BD46-998CE26196CE}" srcOrd="2" destOrd="0" presId="urn:microsoft.com/office/officeart/2018/5/layout/IconCircleLabelList"/>
    <dgm:cxn modelId="{09AFB48E-D850-4B45-91BA-49B7F7D10447}" type="presParOf" srcId="{64C3D258-FD7C-43EC-9669-287553D12044}" destId="{8EB4D6A7-DD4E-47B5-B489-C8EBEF352CC1}" srcOrd="3" destOrd="0" presId="urn:microsoft.com/office/officeart/2018/5/layout/IconCircleLabelList"/>
    <dgm:cxn modelId="{D8072A71-7251-46F0-B4EC-30965B4C32FD}" type="presParOf" srcId="{3B3916DC-549B-428B-A515-2AF0A387C623}" destId="{3C3A6886-B450-42CA-B496-94DDBD806A8F}" srcOrd="1" destOrd="0" presId="urn:microsoft.com/office/officeart/2018/5/layout/IconCircleLabelList"/>
    <dgm:cxn modelId="{D71D2268-30AB-49BC-9FF7-DEDE7F7DFB35}" type="presParOf" srcId="{3B3916DC-549B-428B-A515-2AF0A387C623}" destId="{C329C628-6561-4104-BD07-6F4116B34613}" srcOrd="2" destOrd="0" presId="urn:microsoft.com/office/officeart/2018/5/layout/IconCircleLabelList"/>
    <dgm:cxn modelId="{08B4CCCC-C188-488B-9D24-693B17AB44BC}" type="presParOf" srcId="{C329C628-6561-4104-BD07-6F4116B34613}" destId="{16AF54EA-302B-4371-B58F-8B1273E2FA24}" srcOrd="0" destOrd="0" presId="urn:microsoft.com/office/officeart/2018/5/layout/IconCircleLabelList"/>
    <dgm:cxn modelId="{7FB238E2-3D46-4752-8F4A-A54F6C5A6F02}" type="presParOf" srcId="{C329C628-6561-4104-BD07-6F4116B34613}" destId="{EC2D9011-E70E-46BF-8635-EAE652FDCD7C}" srcOrd="1" destOrd="0" presId="urn:microsoft.com/office/officeart/2018/5/layout/IconCircleLabelList"/>
    <dgm:cxn modelId="{A6F3B41A-6DBB-4A72-A03A-3ED8508435D6}" type="presParOf" srcId="{C329C628-6561-4104-BD07-6F4116B34613}" destId="{3BF23A4C-DA2F-467A-A6CC-8869697A4FD9}" srcOrd="2" destOrd="0" presId="urn:microsoft.com/office/officeart/2018/5/layout/IconCircleLabelList"/>
    <dgm:cxn modelId="{B408CBDB-195C-4EDB-9E12-6F181DF724C2}" type="presParOf" srcId="{C329C628-6561-4104-BD07-6F4116B34613}" destId="{2B3636B9-0420-460B-B477-6E81E95DECCD}" srcOrd="3" destOrd="0" presId="urn:microsoft.com/office/officeart/2018/5/layout/IconCircleLabelList"/>
    <dgm:cxn modelId="{618EFECF-8ED6-4C62-B33B-DFAD20D007CF}" type="presParOf" srcId="{3B3916DC-549B-428B-A515-2AF0A387C623}" destId="{0B59CEB7-6098-4FBE-9F5E-494C13D4351F}" srcOrd="3" destOrd="0" presId="urn:microsoft.com/office/officeart/2018/5/layout/IconCircleLabelList"/>
    <dgm:cxn modelId="{125E5070-3387-4E30-8B0A-7EC441DDD4D2}" type="presParOf" srcId="{3B3916DC-549B-428B-A515-2AF0A387C623}" destId="{14508317-A279-4AC5-BF17-790A83B838CE}" srcOrd="4" destOrd="0" presId="urn:microsoft.com/office/officeart/2018/5/layout/IconCircleLabelList"/>
    <dgm:cxn modelId="{DA480B3A-038E-432C-A975-EB147EC34341}" type="presParOf" srcId="{14508317-A279-4AC5-BF17-790A83B838CE}" destId="{045EDDBA-8CA1-4B3A-9C50-3C17C880C9E6}" srcOrd="0" destOrd="0" presId="urn:microsoft.com/office/officeart/2018/5/layout/IconCircleLabelList"/>
    <dgm:cxn modelId="{8329AE70-6CFE-4050-ADA1-B02B6AB4703E}" type="presParOf" srcId="{14508317-A279-4AC5-BF17-790A83B838CE}" destId="{AF63F0C6-21C7-4B0B-A095-CB36BA0FE63A}" srcOrd="1" destOrd="0" presId="urn:microsoft.com/office/officeart/2018/5/layout/IconCircleLabelList"/>
    <dgm:cxn modelId="{A35053CC-2803-43B3-934F-9CB2BAD0A97E}" type="presParOf" srcId="{14508317-A279-4AC5-BF17-790A83B838CE}" destId="{1B80201D-3F59-4A58-B648-00B85258E786}" srcOrd="2" destOrd="0" presId="urn:microsoft.com/office/officeart/2018/5/layout/IconCircleLabelList"/>
    <dgm:cxn modelId="{BF2DAE3B-8374-45AA-9879-1A15B46C0EDC}" type="presParOf" srcId="{14508317-A279-4AC5-BF17-790A83B838CE}" destId="{1FAEF2E9-1ECA-478B-83DC-135DC018140A}" srcOrd="3" destOrd="0" presId="urn:microsoft.com/office/officeart/2018/5/layout/IconCircleLabelList"/>
    <dgm:cxn modelId="{19153969-0801-481C-9BB2-A568B6C46B6E}" type="presParOf" srcId="{3B3916DC-549B-428B-A515-2AF0A387C623}" destId="{1CB5E892-66C9-4C03-9C7F-81F439AB21AF}" srcOrd="5" destOrd="0" presId="urn:microsoft.com/office/officeart/2018/5/layout/IconCircleLabelList"/>
    <dgm:cxn modelId="{CA215C6B-C9BD-41E9-8164-83D2D5FF726C}" type="presParOf" srcId="{3B3916DC-549B-428B-A515-2AF0A387C623}" destId="{79821537-5323-4967-9140-6F4FBC1DE3A1}" srcOrd="6" destOrd="0" presId="urn:microsoft.com/office/officeart/2018/5/layout/IconCircleLabelList"/>
    <dgm:cxn modelId="{F6B1265E-6FBA-4B47-B25E-2FEB53F339C6}" type="presParOf" srcId="{79821537-5323-4967-9140-6F4FBC1DE3A1}" destId="{CA246FD3-DFE1-4207-872F-4AC1DFC8530D}" srcOrd="0" destOrd="0" presId="urn:microsoft.com/office/officeart/2018/5/layout/IconCircleLabelList"/>
    <dgm:cxn modelId="{8FFB4DDD-436F-428C-B1A1-4E8B038021F3}" type="presParOf" srcId="{79821537-5323-4967-9140-6F4FBC1DE3A1}" destId="{9150139F-0B3F-4EDF-B462-5BE9932996EB}" srcOrd="1" destOrd="0" presId="urn:microsoft.com/office/officeart/2018/5/layout/IconCircleLabelList"/>
    <dgm:cxn modelId="{1ECED1AA-3014-4EDA-BB98-9D6C93B75C6B}" type="presParOf" srcId="{79821537-5323-4967-9140-6F4FBC1DE3A1}" destId="{CC8A6EBA-EDE4-4B67-A797-BFA6D9D6C946}" srcOrd="2" destOrd="0" presId="urn:microsoft.com/office/officeart/2018/5/layout/IconCircleLabelList"/>
    <dgm:cxn modelId="{9D137B46-7DC4-457B-ACDD-17DE8194CF31}" type="presParOf" srcId="{79821537-5323-4967-9140-6F4FBC1DE3A1}" destId="{0197FB5F-D65E-4113-9FF9-B3C3DD64FED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A6B2136-95D1-40BC-840E-56C6FE44A4A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2326E6E-581D-43E7-A99D-F474DFAEFC88}">
      <dgm:prSet/>
      <dgm:spPr/>
      <dgm:t>
        <a:bodyPr/>
        <a:lstStyle/>
        <a:p>
          <a:r>
            <a:rPr lang="en-US"/>
            <a:t>Create clear incident escalation workflows</a:t>
          </a:r>
        </a:p>
      </dgm:t>
    </dgm:pt>
    <dgm:pt modelId="{630517C8-6A87-40F9-A6FF-BDDC3C387D7F}" type="parTrans" cxnId="{FEB64CE2-72F1-41F2-8FD2-4C573FDF03DF}">
      <dgm:prSet/>
      <dgm:spPr/>
      <dgm:t>
        <a:bodyPr/>
        <a:lstStyle/>
        <a:p>
          <a:endParaRPr lang="en-US"/>
        </a:p>
      </dgm:t>
    </dgm:pt>
    <dgm:pt modelId="{D6F6C908-63AF-4E8E-907B-5821D03E5F38}" type="sibTrans" cxnId="{FEB64CE2-72F1-41F2-8FD2-4C573FDF03DF}">
      <dgm:prSet/>
      <dgm:spPr/>
      <dgm:t>
        <a:bodyPr/>
        <a:lstStyle/>
        <a:p>
          <a:endParaRPr lang="en-US"/>
        </a:p>
      </dgm:t>
    </dgm:pt>
    <dgm:pt modelId="{82CB585A-9C35-4F4A-8A76-A47E7A6AB93D}">
      <dgm:prSet/>
      <dgm:spPr/>
      <dgm:t>
        <a:bodyPr/>
        <a:lstStyle/>
        <a:p>
          <a:r>
            <a:rPr lang="en-US" dirty="0"/>
            <a:t>Define timing expectations (acknowledge within 15 mins)</a:t>
          </a:r>
        </a:p>
      </dgm:t>
    </dgm:pt>
    <dgm:pt modelId="{A6711DBA-0CDC-4E7E-821F-4A5D51262FE7}" type="parTrans" cxnId="{B66856CF-4960-4A7C-8884-593B09EC5E81}">
      <dgm:prSet/>
      <dgm:spPr/>
      <dgm:t>
        <a:bodyPr/>
        <a:lstStyle/>
        <a:p>
          <a:endParaRPr lang="en-US"/>
        </a:p>
      </dgm:t>
    </dgm:pt>
    <dgm:pt modelId="{86B729AF-6C5D-445D-A66B-94AF565E5EA6}" type="sibTrans" cxnId="{B66856CF-4960-4A7C-8884-593B09EC5E81}">
      <dgm:prSet/>
      <dgm:spPr/>
      <dgm:t>
        <a:bodyPr/>
        <a:lstStyle/>
        <a:p>
          <a:endParaRPr lang="en-US"/>
        </a:p>
      </dgm:t>
    </dgm:pt>
    <dgm:pt modelId="{55ACE49F-FC09-4AA9-8604-8E8EA32F4C35}">
      <dgm:prSet/>
      <dgm:spPr/>
      <dgm:t>
        <a:bodyPr/>
        <a:lstStyle/>
        <a:p>
          <a:r>
            <a:rPr lang="en-US"/>
            <a:t>“Every handoff that happens in the resolution of an incident costs valuable time” (PagerDuty, n.d.)</a:t>
          </a:r>
        </a:p>
      </dgm:t>
    </dgm:pt>
    <dgm:pt modelId="{470E7591-7E42-4351-912F-023429F1717E}" type="parTrans" cxnId="{39538363-76AB-4E32-BB1C-B81505F17949}">
      <dgm:prSet/>
      <dgm:spPr/>
      <dgm:t>
        <a:bodyPr/>
        <a:lstStyle/>
        <a:p>
          <a:endParaRPr lang="en-US"/>
        </a:p>
      </dgm:t>
    </dgm:pt>
    <dgm:pt modelId="{B89555B4-358D-436F-8DB5-36C7FCF8A7DC}" type="sibTrans" cxnId="{39538363-76AB-4E32-BB1C-B81505F17949}">
      <dgm:prSet/>
      <dgm:spPr/>
      <dgm:t>
        <a:bodyPr/>
        <a:lstStyle/>
        <a:p>
          <a:endParaRPr lang="en-US"/>
        </a:p>
      </dgm:t>
    </dgm:pt>
    <dgm:pt modelId="{03905858-9ADD-4966-9BB0-D6717D00E03B}">
      <dgm:prSet/>
      <dgm:spPr/>
      <dgm:t>
        <a:bodyPr/>
        <a:lstStyle/>
        <a:p>
          <a:r>
            <a:rPr lang="en-US"/>
            <a:t>Avoid alert bottlenecks or delays (Cortex, 2023)</a:t>
          </a:r>
        </a:p>
      </dgm:t>
    </dgm:pt>
    <dgm:pt modelId="{CD351949-4A9E-4588-ACB5-822419298908}" type="parTrans" cxnId="{577293EE-A76B-47DF-884A-FA2A9F8661DC}">
      <dgm:prSet/>
      <dgm:spPr/>
      <dgm:t>
        <a:bodyPr/>
        <a:lstStyle/>
        <a:p>
          <a:endParaRPr lang="en-US"/>
        </a:p>
      </dgm:t>
    </dgm:pt>
    <dgm:pt modelId="{D809AC68-8191-4762-971C-05CF8F236819}" type="sibTrans" cxnId="{577293EE-A76B-47DF-884A-FA2A9F8661DC}">
      <dgm:prSet/>
      <dgm:spPr/>
      <dgm:t>
        <a:bodyPr/>
        <a:lstStyle/>
        <a:p>
          <a:endParaRPr lang="en-US"/>
        </a:p>
      </dgm:t>
    </dgm:pt>
    <dgm:pt modelId="{11958228-38FA-470B-985C-8F057196D6B4}">
      <dgm:prSet/>
      <dgm:spPr/>
      <dgm:t>
        <a:bodyPr/>
        <a:lstStyle/>
        <a:p>
          <a:r>
            <a:rPr lang="en-US"/>
            <a:t>Automate where possible to reduce manual friction</a:t>
          </a:r>
        </a:p>
      </dgm:t>
    </dgm:pt>
    <dgm:pt modelId="{721426AF-8404-4975-95F3-27DA905997DC}" type="parTrans" cxnId="{BA521216-3A5D-4A84-9CE1-A27D020CD05E}">
      <dgm:prSet/>
      <dgm:spPr/>
      <dgm:t>
        <a:bodyPr/>
        <a:lstStyle/>
        <a:p>
          <a:endParaRPr lang="en-US"/>
        </a:p>
      </dgm:t>
    </dgm:pt>
    <dgm:pt modelId="{6FB269AC-ED12-464A-9056-DA95827611DA}" type="sibTrans" cxnId="{BA521216-3A5D-4A84-9CE1-A27D020CD05E}">
      <dgm:prSet/>
      <dgm:spPr/>
      <dgm:t>
        <a:bodyPr/>
        <a:lstStyle/>
        <a:p>
          <a:endParaRPr lang="en-US"/>
        </a:p>
      </dgm:t>
    </dgm:pt>
    <dgm:pt modelId="{67BE3919-DB28-6644-AC3E-7293EB4CBF27}" type="pres">
      <dgm:prSet presAssocID="{4A6B2136-95D1-40BC-840E-56C6FE44A4A3}" presName="linear" presStyleCnt="0">
        <dgm:presLayoutVars>
          <dgm:animLvl val="lvl"/>
          <dgm:resizeHandles val="exact"/>
        </dgm:presLayoutVars>
      </dgm:prSet>
      <dgm:spPr/>
    </dgm:pt>
    <dgm:pt modelId="{6C05C4A5-2EFD-2245-961F-399A29BF11D8}" type="pres">
      <dgm:prSet presAssocID="{02326E6E-581D-43E7-A99D-F474DFAEFC8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7ED7CDB-904A-EA4F-8857-BCEA011BE16D}" type="pres">
      <dgm:prSet presAssocID="{D6F6C908-63AF-4E8E-907B-5821D03E5F38}" presName="spacer" presStyleCnt="0"/>
      <dgm:spPr/>
    </dgm:pt>
    <dgm:pt modelId="{A57F8C20-0BED-F542-8001-3F564F3C62E4}" type="pres">
      <dgm:prSet presAssocID="{82CB585A-9C35-4F4A-8A76-A47E7A6AB93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312FF8C-0527-DE44-AA70-13A69E66CCB5}" type="pres">
      <dgm:prSet presAssocID="{86B729AF-6C5D-445D-A66B-94AF565E5EA6}" presName="spacer" presStyleCnt="0"/>
      <dgm:spPr/>
    </dgm:pt>
    <dgm:pt modelId="{1626BE1B-D2F6-4947-84DA-478D6484EF43}" type="pres">
      <dgm:prSet presAssocID="{55ACE49F-FC09-4AA9-8604-8E8EA32F4C3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D9D8A57-79DE-D241-9B1E-2B9327C9FA5B}" type="pres">
      <dgm:prSet presAssocID="{B89555B4-358D-436F-8DB5-36C7FCF8A7DC}" presName="spacer" presStyleCnt="0"/>
      <dgm:spPr/>
    </dgm:pt>
    <dgm:pt modelId="{E6F40697-3418-154C-861D-C2E9F1FDF16F}" type="pres">
      <dgm:prSet presAssocID="{03905858-9ADD-4966-9BB0-D6717D00E03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7D545B6-61D4-484E-B918-0B216EDA9053}" type="pres">
      <dgm:prSet presAssocID="{D809AC68-8191-4762-971C-05CF8F236819}" presName="spacer" presStyleCnt="0"/>
      <dgm:spPr/>
    </dgm:pt>
    <dgm:pt modelId="{A3487FA0-8487-DB4F-8559-2DC02298F1ED}" type="pres">
      <dgm:prSet presAssocID="{11958228-38FA-470B-985C-8F057196D6B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A521216-3A5D-4A84-9CE1-A27D020CD05E}" srcId="{4A6B2136-95D1-40BC-840E-56C6FE44A4A3}" destId="{11958228-38FA-470B-985C-8F057196D6B4}" srcOrd="4" destOrd="0" parTransId="{721426AF-8404-4975-95F3-27DA905997DC}" sibTransId="{6FB269AC-ED12-464A-9056-DA95827611DA}"/>
    <dgm:cxn modelId="{C8861D1E-F59B-5B46-96DC-6EC9A47D6D95}" type="presOf" srcId="{4A6B2136-95D1-40BC-840E-56C6FE44A4A3}" destId="{67BE3919-DB28-6644-AC3E-7293EB4CBF27}" srcOrd="0" destOrd="0" presId="urn:microsoft.com/office/officeart/2005/8/layout/vList2"/>
    <dgm:cxn modelId="{39538363-76AB-4E32-BB1C-B81505F17949}" srcId="{4A6B2136-95D1-40BC-840E-56C6FE44A4A3}" destId="{55ACE49F-FC09-4AA9-8604-8E8EA32F4C35}" srcOrd="2" destOrd="0" parTransId="{470E7591-7E42-4351-912F-023429F1717E}" sibTransId="{B89555B4-358D-436F-8DB5-36C7FCF8A7DC}"/>
    <dgm:cxn modelId="{8D214A64-F849-BB48-93E3-D4C41391D5F0}" type="presOf" srcId="{03905858-9ADD-4966-9BB0-D6717D00E03B}" destId="{E6F40697-3418-154C-861D-C2E9F1FDF16F}" srcOrd="0" destOrd="0" presId="urn:microsoft.com/office/officeart/2005/8/layout/vList2"/>
    <dgm:cxn modelId="{5625258C-EE7E-3E4F-9262-137B3AA11483}" type="presOf" srcId="{02326E6E-581D-43E7-A99D-F474DFAEFC88}" destId="{6C05C4A5-2EFD-2245-961F-399A29BF11D8}" srcOrd="0" destOrd="0" presId="urn:microsoft.com/office/officeart/2005/8/layout/vList2"/>
    <dgm:cxn modelId="{D58075A7-A433-B247-BC8C-ED2C41A79769}" type="presOf" srcId="{11958228-38FA-470B-985C-8F057196D6B4}" destId="{A3487FA0-8487-DB4F-8559-2DC02298F1ED}" srcOrd="0" destOrd="0" presId="urn:microsoft.com/office/officeart/2005/8/layout/vList2"/>
    <dgm:cxn modelId="{12642DCB-0D05-2643-9715-574304CB488E}" type="presOf" srcId="{55ACE49F-FC09-4AA9-8604-8E8EA32F4C35}" destId="{1626BE1B-D2F6-4947-84DA-478D6484EF43}" srcOrd="0" destOrd="0" presId="urn:microsoft.com/office/officeart/2005/8/layout/vList2"/>
    <dgm:cxn modelId="{B66856CF-4960-4A7C-8884-593B09EC5E81}" srcId="{4A6B2136-95D1-40BC-840E-56C6FE44A4A3}" destId="{82CB585A-9C35-4F4A-8A76-A47E7A6AB93D}" srcOrd="1" destOrd="0" parTransId="{A6711DBA-0CDC-4E7E-821F-4A5D51262FE7}" sibTransId="{86B729AF-6C5D-445D-A66B-94AF565E5EA6}"/>
    <dgm:cxn modelId="{FEB64CE2-72F1-41F2-8FD2-4C573FDF03DF}" srcId="{4A6B2136-95D1-40BC-840E-56C6FE44A4A3}" destId="{02326E6E-581D-43E7-A99D-F474DFAEFC88}" srcOrd="0" destOrd="0" parTransId="{630517C8-6A87-40F9-A6FF-BDDC3C387D7F}" sibTransId="{D6F6C908-63AF-4E8E-907B-5821D03E5F38}"/>
    <dgm:cxn modelId="{4373FAE2-FE75-9C40-9EF7-35A32431CE28}" type="presOf" srcId="{82CB585A-9C35-4F4A-8A76-A47E7A6AB93D}" destId="{A57F8C20-0BED-F542-8001-3F564F3C62E4}" srcOrd="0" destOrd="0" presId="urn:microsoft.com/office/officeart/2005/8/layout/vList2"/>
    <dgm:cxn modelId="{577293EE-A76B-47DF-884A-FA2A9F8661DC}" srcId="{4A6B2136-95D1-40BC-840E-56C6FE44A4A3}" destId="{03905858-9ADD-4966-9BB0-D6717D00E03B}" srcOrd="3" destOrd="0" parTransId="{CD351949-4A9E-4588-ACB5-822419298908}" sibTransId="{D809AC68-8191-4762-971C-05CF8F236819}"/>
    <dgm:cxn modelId="{FF6DD9FC-35F6-FA46-8478-1178ACA8C9AF}" type="presParOf" srcId="{67BE3919-DB28-6644-AC3E-7293EB4CBF27}" destId="{6C05C4A5-2EFD-2245-961F-399A29BF11D8}" srcOrd="0" destOrd="0" presId="urn:microsoft.com/office/officeart/2005/8/layout/vList2"/>
    <dgm:cxn modelId="{0EA5F9B8-B1B5-6047-8BBA-D840DEA9B880}" type="presParOf" srcId="{67BE3919-DB28-6644-AC3E-7293EB4CBF27}" destId="{67ED7CDB-904A-EA4F-8857-BCEA011BE16D}" srcOrd="1" destOrd="0" presId="urn:microsoft.com/office/officeart/2005/8/layout/vList2"/>
    <dgm:cxn modelId="{B84A2297-36F5-1648-B699-949E14B77EE0}" type="presParOf" srcId="{67BE3919-DB28-6644-AC3E-7293EB4CBF27}" destId="{A57F8C20-0BED-F542-8001-3F564F3C62E4}" srcOrd="2" destOrd="0" presId="urn:microsoft.com/office/officeart/2005/8/layout/vList2"/>
    <dgm:cxn modelId="{850B2F28-4737-DA46-A873-17E4D478A923}" type="presParOf" srcId="{67BE3919-DB28-6644-AC3E-7293EB4CBF27}" destId="{E312FF8C-0527-DE44-AA70-13A69E66CCB5}" srcOrd="3" destOrd="0" presId="urn:microsoft.com/office/officeart/2005/8/layout/vList2"/>
    <dgm:cxn modelId="{2F0632EA-01B0-7A49-9F1F-8B080E51DF59}" type="presParOf" srcId="{67BE3919-DB28-6644-AC3E-7293EB4CBF27}" destId="{1626BE1B-D2F6-4947-84DA-478D6484EF43}" srcOrd="4" destOrd="0" presId="urn:microsoft.com/office/officeart/2005/8/layout/vList2"/>
    <dgm:cxn modelId="{F3413116-1BBE-C241-A0A8-9791C492D48B}" type="presParOf" srcId="{67BE3919-DB28-6644-AC3E-7293EB4CBF27}" destId="{7D9D8A57-79DE-D241-9B1E-2B9327C9FA5B}" srcOrd="5" destOrd="0" presId="urn:microsoft.com/office/officeart/2005/8/layout/vList2"/>
    <dgm:cxn modelId="{BC7AC5D6-2503-004C-951C-525BA3BFAE5C}" type="presParOf" srcId="{67BE3919-DB28-6644-AC3E-7293EB4CBF27}" destId="{E6F40697-3418-154C-861D-C2E9F1FDF16F}" srcOrd="6" destOrd="0" presId="urn:microsoft.com/office/officeart/2005/8/layout/vList2"/>
    <dgm:cxn modelId="{CA16EED9-8E79-F94D-AC52-87578E2F50C8}" type="presParOf" srcId="{67BE3919-DB28-6644-AC3E-7293EB4CBF27}" destId="{17D545B6-61D4-484E-B918-0B216EDA9053}" srcOrd="7" destOrd="0" presId="urn:microsoft.com/office/officeart/2005/8/layout/vList2"/>
    <dgm:cxn modelId="{8C9EDF84-C133-6B4E-9511-BF36C18602CE}" type="presParOf" srcId="{67BE3919-DB28-6644-AC3E-7293EB4CBF27}" destId="{A3487FA0-8487-DB4F-8559-2DC02298F1E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98D1FD7-836F-4AD0-84D0-6D2C6C01729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CFA7909-BD57-44A4-9614-77D61154250D}">
      <dgm:prSet/>
      <dgm:spPr/>
      <dgm:t>
        <a:bodyPr/>
        <a:lstStyle/>
        <a:p>
          <a:r>
            <a:rPr lang="en-US"/>
            <a:t>Encourage support-seeking behavior during incidents</a:t>
          </a:r>
        </a:p>
      </dgm:t>
    </dgm:pt>
    <dgm:pt modelId="{7F081887-CB96-452C-9B3D-130D36269961}" type="parTrans" cxnId="{2D7B7FCF-8A69-426B-AE84-7D356AF0F82E}">
      <dgm:prSet/>
      <dgm:spPr/>
      <dgm:t>
        <a:bodyPr/>
        <a:lstStyle/>
        <a:p>
          <a:endParaRPr lang="en-US"/>
        </a:p>
      </dgm:t>
    </dgm:pt>
    <dgm:pt modelId="{78A38F70-BAED-4CF9-99ED-FE74C59EF790}" type="sibTrans" cxnId="{2D7B7FCF-8A69-426B-AE84-7D356AF0F82E}">
      <dgm:prSet/>
      <dgm:spPr/>
      <dgm:t>
        <a:bodyPr/>
        <a:lstStyle/>
        <a:p>
          <a:endParaRPr lang="en-US"/>
        </a:p>
      </dgm:t>
    </dgm:pt>
    <dgm:pt modelId="{F40982FA-4D09-400E-8DCC-15AACB4A729F}">
      <dgm:prSet/>
      <dgm:spPr/>
      <dgm:t>
        <a:bodyPr/>
        <a:lstStyle/>
        <a:p>
          <a:r>
            <a:rPr lang="en-US"/>
            <a:t>Provide compensatory time off for demanding shifts</a:t>
          </a:r>
        </a:p>
      </dgm:t>
    </dgm:pt>
    <dgm:pt modelId="{10821BA3-ECA3-4DB0-A5C5-8AFF22B4D422}" type="parTrans" cxnId="{63C76152-277F-42C8-8BBF-A6FFD25CFA3A}">
      <dgm:prSet/>
      <dgm:spPr/>
      <dgm:t>
        <a:bodyPr/>
        <a:lstStyle/>
        <a:p>
          <a:endParaRPr lang="en-US"/>
        </a:p>
      </dgm:t>
    </dgm:pt>
    <dgm:pt modelId="{FB8C289B-4E89-4249-84E9-ED26318938FD}" type="sibTrans" cxnId="{63C76152-277F-42C8-8BBF-A6FFD25CFA3A}">
      <dgm:prSet/>
      <dgm:spPr/>
      <dgm:t>
        <a:bodyPr/>
        <a:lstStyle/>
        <a:p>
          <a:endParaRPr lang="en-US"/>
        </a:p>
      </dgm:t>
    </dgm:pt>
    <dgm:pt modelId="{91E7BDC2-8161-4C6C-BD76-F057184F2E29}">
      <dgm:prSet/>
      <dgm:spPr/>
      <dgm:t>
        <a:bodyPr/>
        <a:lstStyle/>
        <a:p>
          <a:r>
            <a:rPr lang="en-US"/>
            <a:t>Normalize post-incident decompression</a:t>
          </a:r>
        </a:p>
      </dgm:t>
    </dgm:pt>
    <dgm:pt modelId="{2F3FE4F1-6357-4430-BB0A-5AE2CBB400EE}" type="parTrans" cxnId="{45EAB205-D694-4D99-AA6F-7224D8FB4293}">
      <dgm:prSet/>
      <dgm:spPr/>
      <dgm:t>
        <a:bodyPr/>
        <a:lstStyle/>
        <a:p>
          <a:endParaRPr lang="en-US"/>
        </a:p>
      </dgm:t>
    </dgm:pt>
    <dgm:pt modelId="{4ADA109D-5E9F-46FF-B7B2-3FD4D6A17C93}" type="sibTrans" cxnId="{45EAB205-D694-4D99-AA6F-7224D8FB4293}">
      <dgm:prSet/>
      <dgm:spPr/>
      <dgm:t>
        <a:bodyPr/>
        <a:lstStyle/>
        <a:p>
          <a:endParaRPr lang="en-US"/>
        </a:p>
      </dgm:t>
    </dgm:pt>
    <dgm:pt modelId="{CA22F26B-33F4-4F8B-9DBE-E4430C2BCCD5}">
      <dgm:prSet/>
      <dgm:spPr/>
      <dgm:t>
        <a:bodyPr/>
        <a:lstStyle/>
        <a:p>
          <a:r>
            <a:rPr lang="en-US"/>
            <a:t>“Creating a better on-call experience for your team requires good technical and cultural practices” (PagerDuty, n.d.)</a:t>
          </a:r>
        </a:p>
      </dgm:t>
    </dgm:pt>
    <dgm:pt modelId="{025B3057-D6C6-42CE-A043-638F674335D4}" type="parTrans" cxnId="{72674F8D-F2AA-4B62-8C4E-4E8862FCF886}">
      <dgm:prSet/>
      <dgm:spPr/>
      <dgm:t>
        <a:bodyPr/>
        <a:lstStyle/>
        <a:p>
          <a:endParaRPr lang="en-US"/>
        </a:p>
      </dgm:t>
    </dgm:pt>
    <dgm:pt modelId="{203B49AD-9B25-4EF0-8715-3E883C876D29}" type="sibTrans" cxnId="{72674F8D-F2AA-4B62-8C4E-4E8862FCF886}">
      <dgm:prSet/>
      <dgm:spPr/>
      <dgm:t>
        <a:bodyPr/>
        <a:lstStyle/>
        <a:p>
          <a:endParaRPr lang="en-US"/>
        </a:p>
      </dgm:t>
    </dgm:pt>
    <dgm:pt modelId="{E8413708-0246-D242-8D36-5EF3D30B3C1D}" type="pres">
      <dgm:prSet presAssocID="{898D1FD7-836F-4AD0-84D0-6D2C6C01729E}" presName="linear" presStyleCnt="0">
        <dgm:presLayoutVars>
          <dgm:animLvl val="lvl"/>
          <dgm:resizeHandles val="exact"/>
        </dgm:presLayoutVars>
      </dgm:prSet>
      <dgm:spPr/>
    </dgm:pt>
    <dgm:pt modelId="{85D4011F-D590-7743-B319-CC9C38657BFA}" type="pres">
      <dgm:prSet presAssocID="{1CFA7909-BD57-44A4-9614-77D61154250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963BDFD-8F5C-0B45-ABDF-6E9C7EF4C040}" type="pres">
      <dgm:prSet presAssocID="{78A38F70-BAED-4CF9-99ED-FE74C59EF790}" presName="spacer" presStyleCnt="0"/>
      <dgm:spPr/>
    </dgm:pt>
    <dgm:pt modelId="{7D2255CE-01A1-ED45-870E-7008BEF742FC}" type="pres">
      <dgm:prSet presAssocID="{F40982FA-4D09-400E-8DCC-15AACB4A729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30170CF-59AE-8A41-B016-0FA98C32042A}" type="pres">
      <dgm:prSet presAssocID="{FB8C289B-4E89-4249-84E9-ED26318938FD}" presName="spacer" presStyleCnt="0"/>
      <dgm:spPr/>
    </dgm:pt>
    <dgm:pt modelId="{A02CF235-7BA5-0843-BCC0-D000C0C2D527}" type="pres">
      <dgm:prSet presAssocID="{91E7BDC2-8161-4C6C-BD76-F057184F2E2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1882079-74E9-A04F-96E0-1D65F926F36B}" type="pres">
      <dgm:prSet presAssocID="{4ADA109D-5E9F-46FF-B7B2-3FD4D6A17C93}" presName="spacer" presStyleCnt="0"/>
      <dgm:spPr/>
    </dgm:pt>
    <dgm:pt modelId="{4F41410C-47BB-6041-A9E8-9FC11B551A55}" type="pres">
      <dgm:prSet presAssocID="{CA22F26B-33F4-4F8B-9DBE-E4430C2BCCD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CDAF500-EDC9-1746-9F28-38AD8756ABA2}" type="presOf" srcId="{91E7BDC2-8161-4C6C-BD76-F057184F2E29}" destId="{A02CF235-7BA5-0843-BCC0-D000C0C2D527}" srcOrd="0" destOrd="0" presId="urn:microsoft.com/office/officeart/2005/8/layout/vList2"/>
    <dgm:cxn modelId="{45EAB205-D694-4D99-AA6F-7224D8FB4293}" srcId="{898D1FD7-836F-4AD0-84D0-6D2C6C01729E}" destId="{91E7BDC2-8161-4C6C-BD76-F057184F2E29}" srcOrd="2" destOrd="0" parTransId="{2F3FE4F1-6357-4430-BB0A-5AE2CBB400EE}" sibTransId="{4ADA109D-5E9F-46FF-B7B2-3FD4D6A17C93}"/>
    <dgm:cxn modelId="{0C74340D-6454-D541-8417-97EF13084B97}" type="presOf" srcId="{CA22F26B-33F4-4F8B-9DBE-E4430C2BCCD5}" destId="{4F41410C-47BB-6041-A9E8-9FC11B551A55}" srcOrd="0" destOrd="0" presId="urn:microsoft.com/office/officeart/2005/8/layout/vList2"/>
    <dgm:cxn modelId="{EAEDAA37-204E-7340-A56C-CEAF937D39C8}" type="presOf" srcId="{1CFA7909-BD57-44A4-9614-77D61154250D}" destId="{85D4011F-D590-7743-B319-CC9C38657BFA}" srcOrd="0" destOrd="0" presId="urn:microsoft.com/office/officeart/2005/8/layout/vList2"/>
    <dgm:cxn modelId="{63C76152-277F-42C8-8BBF-A6FFD25CFA3A}" srcId="{898D1FD7-836F-4AD0-84D0-6D2C6C01729E}" destId="{F40982FA-4D09-400E-8DCC-15AACB4A729F}" srcOrd="1" destOrd="0" parTransId="{10821BA3-ECA3-4DB0-A5C5-8AFF22B4D422}" sibTransId="{FB8C289B-4E89-4249-84E9-ED26318938FD}"/>
    <dgm:cxn modelId="{72674F8D-F2AA-4B62-8C4E-4E8862FCF886}" srcId="{898D1FD7-836F-4AD0-84D0-6D2C6C01729E}" destId="{CA22F26B-33F4-4F8B-9DBE-E4430C2BCCD5}" srcOrd="3" destOrd="0" parTransId="{025B3057-D6C6-42CE-A043-638F674335D4}" sibTransId="{203B49AD-9B25-4EF0-8715-3E883C876D29}"/>
    <dgm:cxn modelId="{F00794B7-DDA1-3C49-9885-9CEB5F123462}" type="presOf" srcId="{F40982FA-4D09-400E-8DCC-15AACB4A729F}" destId="{7D2255CE-01A1-ED45-870E-7008BEF742FC}" srcOrd="0" destOrd="0" presId="urn:microsoft.com/office/officeart/2005/8/layout/vList2"/>
    <dgm:cxn modelId="{2D7B7FCF-8A69-426B-AE84-7D356AF0F82E}" srcId="{898D1FD7-836F-4AD0-84D0-6D2C6C01729E}" destId="{1CFA7909-BD57-44A4-9614-77D61154250D}" srcOrd="0" destOrd="0" parTransId="{7F081887-CB96-452C-9B3D-130D36269961}" sibTransId="{78A38F70-BAED-4CF9-99ED-FE74C59EF790}"/>
    <dgm:cxn modelId="{53D113DD-F929-BB44-B349-AC32889DDFD8}" type="presOf" srcId="{898D1FD7-836F-4AD0-84D0-6D2C6C01729E}" destId="{E8413708-0246-D242-8D36-5EF3D30B3C1D}" srcOrd="0" destOrd="0" presId="urn:microsoft.com/office/officeart/2005/8/layout/vList2"/>
    <dgm:cxn modelId="{634A5E97-B190-4840-97F0-C9D082CD87EF}" type="presParOf" srcId="{E8413708-0246-D242-8D36-5EF3D30B3C1D}" destId="{85D4011F-D590-7743-B319-CC9C38657BFA}" srcOrd="0" destOrd="0" presId="urn:microsoft.com/office/officeart/2005/8/layout/vList2"/>
    <dgm:cxn modelId="{5A56B3BE-8A15-0248-B5EE-9C3B7EB5C72E}" type="presParOf" srcId="{E8413708-0246-D242-8D36-5EF3D30B3C1D}" destId="{E963BDFD-8F5C-0B45-ABDF-6E9C7EF4C040}" srcOrd="1" destOrd="0" presId="urn:microsoft.com/office/officeart/2005/8/layout/vList2"/>
    <dgm:cxn modelId="{185572E9-D3AC-5B44-B283-5DACEC9EF2DA}" type="presParOf" srcId="{E8413708-0246-D242-8D36-5EF3D30B3C1D}" destId="{7D2255CE-01A1-ED45-870E-7008BEF742FC}" srcOrd="2" destOrd="0" presId="urn:microsoft.com/office/officeart/2005/8/layout/vList2"/>
    <dgm:cxn modelId="{18070498-D545-874D-AE9A-DC8C0E19BBA1}" type="presParOf" srcId="{E8413708-0246-D242-8D36-5EF3D30B3C1D}" destId="{930170CF-59AE-8A41-B016-0FA98C32042A}" srcOrd="3" destOrd="0" presId="urn:microsoft.com/office/officeart/2005/8/layout/vList2"/>
    <dgm:cxn modelId="{28010FCC-0486-2840-B61E-7C822DCDDCFB}" type="presParOf" srcId="{E8413708-0246-D242-8D36-5EF3D30B3C1D}" destId="{A02CF235-7BA5-0843-BCC0-D000C0C2D527}" srcOrd="4" destOrd="0" presId="urn:microsoft.com/office/officeart/2005/8/layout/vList2"/>
    <dgm:cxn modelId="{6DB47944-0686-144D-91F3-A51798E52B14}" type="presParOf" srcId="{E8413708-0246-D242-8D36-5EF3D30B3C1D}" destId="{61882079-74E9-A04F-96E0-1D65F926F36B}" srcOrd="5" destOrd="0" presId="urn:microsoft.com/office/officeart/2005/8/layout/vList2"/>
    <dgm:cxn modelId="{8981E401-B1DB-8E45-8804-F874964C4901}" type="presParOf" srcId="{E8413708-0246-D242-8D36-5EF3D30B3C1D}" destId="{4F41410C-47BB-6041-A9E8-9FC11B551A5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9C1E629-CAC1-4FB2-84B1-591369F0196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E58148C-E52D-492A-A9A5-57D05C174A04}">
      <dgm:prSet/>
      <dgm:spPr/>
      <dgm:t>
        <a:bodyPr/>
        <a:lstStyle/>
        <a:p>
          <a:pPr>
            <a:defRPr cap="all"/>
          </a:pPr>
          <a:r>
            <a:rPr lang="en-US"/>
            <a:t>Pager duty isn’t just logistics. It shapes team culture</a:t>
          </a:r>
        </a:p>
      </dgm:t>
    </dgm:pt>
    <dgm:pt modelId="{C0E68200-DFB7-4AF3-8A67-E39B916AD47F}" type="parTrans" cxnId="{6C98E2F0-CC8B-4352-B9A7-830050BBB8EC}">
      <dgm:prSet/>
      <dgm:spPr/>
      <dgm:t>
        <a:bodyPr/>
        <a:lstStyle/>
        <a:p>
          <a:endParaRPr lang="en-US"/>
        </a:p>
      </dgm:t>
    </dgm:pt>
    <dgm:pt modelId="{94842E12-E51C-46ED-881A-1AEA73E893A1}" type="sibTrans" cxnId="{6C98E2F0-CC8B-4352-B9A7-830050BBB8EC}">
      <dgm:prSet/>
      <dgm:spPr/>
      <dgm:t>
        <a:bodyPr/>
        <a:lstStyle/>
        <a:p>
          <a:endParaRPr lang="en-US"/>
        </a:p>
      </dgm:t>
    </dgm:pt>
    <dgm:pt modelId="{3817D52A-E72C-4F6F-AE8F-CAD8F7737BD5}">
      <dgm:prSet/>
      <dgm:spPr/>
      <dgm:t>
        <a:bodyPr/>
        <a:lstStyle/>
        <a:p>
          <a:pPr>
            <a:defRPr cap="all"/>
          </a:pPr>
          <a:r>
            <a:rPr lang="en-US"/>
            <a:t>When handled thoughtfully, pager duty can leadsto stronger systems </a:t>
          </a:r>
          <a:r>
            <a:rPr lang="en-US" b="1" i="1"/>
            <a:t>and</a:t>
          </a:r>
          <a:r>
            <a:rPr lang="en-US"/>
            <a:t> happier engineers</a:t>
          </a:r>
        </a:p>
      </dgm:t>
    </dgm:pt>
    <dgm:pt modelId="{1A93B3F3-69A2-4312-A1C7-261FCC562BDF}" type="parTrans" cxnId="{F9CF550A-A508-423F-A684-90DE04C5E383}">
      <dgm:prSet/>
      <dgm:spPr/>
      <dgm:t>
        <a:bodyPr/>
        <a:lstStyle/>
        <a:p>
          <a:endParaRPr lang="en-US"/>
        </a:p>
      </dgm:t>
    </dgm:pt>
    <dgm:pt modelId="{CC95F932-DCE1-4CFC-9534-5FF3657D42B6}" type="sibTrans" cxnId="{F9CF550A-A508-423F-A684-90DE04C5E383}">
      <dgm:prSet/>
      <dgm:spPr/>
      <dgm:t>
        <a:bodyPr/>
        <a:lstStyle/>
        <a:p>
          <a:endParaRPr lang="en-US"/>
        </a:p>
      </dgm:t>
    </dgm:pt>
    <dgm:pt modelId="{A55EFAA4-AC42-4981-861B-F718EF31A92C}">
      <dgm:prSet/>
      <dgm:spPr/>
      <dgm:t>
        <a:bodyPr/>
        <a:lstStyle/>
        <a:p>
          <a:pPr>
            <a:defRPr cap="all"/>
          </a:pPr>
          <a:r>
            <a:rPr lang="en-US"/>
            <a:t>It’s a real-world application of DevOps values like empathy, ownership, and resilience</a:t>
          </a:r>
        </a:p>
      </dgm:t>
    </dgm:pt>
    <dgm:pt modelId="{664F6D74-AB57-402C-B55E-4EEB50F56638}" type="parTrans" cxnId="{9789BAB1-A407-48EB-BA0E-D3DA2B8DCD5C}">
      <dgm:prSet/>
      <dgm:spPr/>
      <dgm:t>
        <a:bodyPr/>
        <a:lstStyle/>
        <a:p>
          <a:endParaRPr lang="en-US"/>
        </a:p>
      </dgm:t>
    </dgm:pt>
    <dgm:pt modelId="{9ACA8356-EEAB-4998-99A8-A02260B5F852}" type="sibTrans" cxnId="{9789BAB1-A407-48EB-BA0E-D3DA2B8DCD5C}">
      <dgm:prSet/>
      <dgm:spPr/>
      <dgm:t>
        <a:bodyPr/>
        <a:lstStyle/>
        <a:p>
          <a:endParaRPr lang="en-US"/>
        </a:p>
      </dgm:t>
    </dgm:pt>
    <dgm:pt modelId="{DD76AE63-2D52-4E84-8EF7-2F7EBEC466E7}" type="pres">
      <dgm:prSet presAssocID="{79C1E629-CAC1-4FB2-84B1-591369F01965}" presName="root" presStyleCnt="0">
        <dgm:presLayoutVars>
          <dgm:dir/>
          <dgm:resizeHandles val="exact"/>
        </dgm:presLayoutVars>
      </dgm:prSet>
      <dgm:spPr/>
    </dgm:pt>
    <dgm:pt modelId="{B63F4F24-2E7B-4DA1-99CF-7ECA3B35C22E}" type="pres">
      <dgm:prSet presAssocID="{7E58148C-E52D-492A-A9A5-57D05C174A04}" presName="compNode" presStyleCnt="0"/>
      <dgm:spPr/>
    </dgm:pt>
    <dgm:pt modelId="{1F61C6E2-5560-4D6A-B83B-5DAF9F36A9E2}" type="pres">
      <dgm:prSet presAssocID="{7E58148C-E52D-492A-A9A5-57D05C174A04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0EBC842-096D-4822-962F-B4ECD5F7BF8F}" type="pres">
      <dgm:prSet presAssocID="{7E58148C-E52D-492A-A9A5-57D05C174A0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CBD2FE3-4DAF-4468-852D-8496D4693960}" type="pres">
      <dgm:prSet presAssocID="{7E58148C-E52D-492A-A9A5-57D05C174A04}" presName="spaceRect" presStyleCnt="0"/>
      <dgm:spPr/>
    </dgm:pt>
    <dgm:pt modelId="{C5A55FE2-E235-4A46-A856-23ADB536C2CA}" type="pres">
      <dgm:prSet presAssocID="{7E58148C-E52D-492A-A9A5-57D05C174A04}" presName="textRect" presStyleLbl="revTx" presStyleIdx="0" presStyleCnt="3">
        <dgm:presLayoutVars>
          <dgm:chMax val="1"/>
          <dgm:chPref val="1"/>
        </dgm:presLayoutVars>
      </dgm:prSet>
      <dgm:spPr/>
    </dgm:pt>
    <dgm:pt modelId="{234CF822-FA34-49B9-ABC4-DCDC9F9122FE}" type="pres">
      <dgm:prSet presAssocID="{94842E12-E51C-46ED-881A-1AEA73E893A1}" presName="sibTrans" presStyleCnt="0"/>
      <dgm:spPr/>
    </dgm:pt>
    <dgm:pt modelId="{CAAAE2F7-D99D-4575-959E-D53C93F9C7BA}" type="pres">
      <dgm:prSet presAssocID="{3817D52A-E72C-4F6F-AE8F-CAD8F7737BD5}" presName="compNode" presStyleCnt="0"/>
      <dgm:spPr/>
    </dgm:pt>
    <dgm:pt modelId="{2A466492-5A17-43FE-926A-F4CED9960A9F}" type="pres">
      <dgm:prSet presAssocID="{3817D52A-E72C-4F6F-AE8F-CAD8F7737BD5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C5D288B-44A3-469D-93F2-F198ECCA9656}" type="pres">
      <dgm:prSet presAssocID="{3817D52A-E72C-4F6F-AE8F-CAD8F7737BD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5B9C3663-50B8-441B-8895-4AB67AAC6ADD}" type="pres">
      <dgm:prSet presAssocID="{3817D52A-E72C-4F6F-AE8F-CAD8F7737BD5}" presName="spaceRect" presStyleCnt="0"/>
      <dgm:spPr/>
    </dgm:pt>
    <dgm:pt modelId="{B74B86D9-A0AB-4FC0-94AD-D606110A53D7}" type="pres">
      <dgm:prSet presAssocID="{3817D52A-E72C-4F6F-AE8F-CAD8F7737BD5}" presName="textRect" presStyleLbl="revTx" presStyleIdx="1" presStyleCnt="3">
        <dgm:presLayoutVars>
          <dgm:chMax val="1"/>
          <dgm:chPref val="1"/>
        </dgm:presLayoutVars>
      </dgm:prSet>
      <dgm:spPr/>
    </dgm:pt>
    <dgm:pt modelId="{F5B84E16-2185-481C-917B-41BDCAE729DE}" type="pres">
      <dgm:prSet presAssocID="{CC95F932-DCE1-4CFC-9534-5FF3657D42B6}" presName="sibTrans" presStyleCnt="0"/>
      <dgm:spPr/>
    </dgm:pt>
    <dgm:pt modelId="{636C29AF-3941-4326-B4FE-7E23E605E243}" type="pres">
      <dgm:prSet presAssocID="{A55EFAA4-AC42-4981-861B-F718EF31A92C}" presName="compNode" presStyleCnt="0"/>
      <dgm:spPr/>
    </dgm:pt>
    <dgm:pt modelId="{BCC9404B-6B71-4F8D-8BF2-351B88E5338B}" type="pres">
      <dgm:prSet presAssocID="{A55EFAA4-AC42-4981-861B-F718EF31A92C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3A67C21-66BC-4FCF-BCCD-32D16E968E85}" type="pres">
      <dgm:prSet presAssocID="{A55EFAA4-AC42-4981-861B-F718EF31A92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6252D82-0F0D-4829-A120-52CF1DB73C88}" type="pres">
      <dgm:prSet presAssocID="{A55EFAA4-AC42-4981-861B-F718EF31A92C}" presName="spaceRect" presStyleCnt="0"/>
      <dgm:spPr/>
    </dgm:pt>
    <dgm:pt modelId="{0FC0D12D-69C7-4D09-9AF3-293A4AD39245}" type="pres">
      <dgm:prSet presAssocID="{A55EFAA4-AC42-4981-861B-F718EF31A92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9CF550A-A508-423F-A684-90DE04C5E383}" srcId="{79C1E629-CAC1-4FB2-84B1-591369F01965}" destId="{3817D52A-E72C-4F6F-AE8F-CAD8F7737BD5}" srcOrd="1" destOrd="0" parTransId="{1A93B3F3-69A2-4312-A1C7-261FCC562BDF}" sibTransId="{CC95F932-DCE1-4CFC-9534-5FF3657D42B6}"/>
    <dgm:cxn modelId="{C7A5FD60-36E8-4A86-A31C-F871FB5DE28C}" type="presOf" srcId="{7E58148C-E52D-492A-A9A5-57D05C174A04}" destId="{C5A55FE2-E235-4A46-A856-23ADB536C2CA}" srcOrd="0" destOrd="0" presId="urn:microsoft.com/office/officeart/2018/5/layout/IconLeafLabelList"/>
    <dgm:cxn modelId="{B52B3D86-F447-488E-B1A1-47063700B1BE}" type="presOf" srcId="{3817D52A-E72C-4F6F-AE8F-CAD8F7737BD5}" destId="{B74B86D9-A0AB-4FC0-94AD-D606110A53D7}" srcOrd="0" destOrd="0" presId="urn:microsoft.com/office/officeart/2018/5/layout/IconLeafLabelList"/>
    <dgm:cxn modelId="{9789BAB1-A407-48EB-BA0E-D3DA2B8DCD5C}" srcId="{79C1E629-CAC1-4FB2-84B1-591369F01965}" destId="{A55EFAA4-AC42-4981-861B-F718EF31A92C}" srcOrd="2" destOrd="0" parTransId="{664F6D74-AB57-402C-B55E-4EEB50F56638}" sibTransId="{9ACA8356-EEAB-4998-99A8-A02260B5F852}"/>
    <dgm:cxn modelId="{538695E4-87CF-46E3-97FC-C2CF42EC50A3}" type="presOf" srcId="{79C1E629-CAC1-4FB2-84B1-591369F01965}" destId="{DD76AE63-2D52-4E84-8EF7-2F7EBEC466E7}" srcOrd="0" destOrd="0" presId="urn:microsoft.com/office/officeart/2018/5/layout/IconLeafLabelList"/>
    <dgm:cxn modelId="{6C98E2F0-CC8B-4352-B9A7-830050BBB8EC}" srcId="{79C1E629-CAC1-4FB2-84B1-591369F01965}" destId="{7E58148C-E52D-492A-A9A5-57D05C174A04}" srcOrd="0" destOrd="0" parTransId="{C0E68200-DFB7-4AF3-8A67-E39B916AD47F}" sibTransId="{94842E12-E51C-46ED-881A-1AEA73E893A1}"/>
    <dgm:cxn modelId="{D682F6F6-B6BC-44B2-9F44-C2F6012A0661}" type="presOf" srcId="{A55EFAA4-AC42-4981-861B-F718EF31A92C}" destId="{0FC0D12D-69C7-4D09-9AF3-293A4AD39245}" srcOrd="0" destOrd="0" presId="urn:microsoft.com/office/officeart/2018/5/layout/IconLeafLabelList"/>
    <dgm:cxn modelId="{89FD5C34-F149-444B-8092-22FC63033131}" type="presParOf" srcId="{DD76AE63-2D52-4E84-8EF7-2F7EBEC466E7}" destId="{B63F4F24-2E7B-4DA1-99CF-7ECA3B35C22E}" srcOrd="0" destOrd="0" presId="urn:microsoft.com/office/officeart/2018/5/layout/IconLeafLabelList"/>
    <dgm:cxn modelId="{44DA167A-EA4D-4692-911D-485AAC03A027}" type="presParOf" srcId="{B63F4F24-2E7B-4DA1-99CF-7ECA3B35C22E}" destId="{1F61C6E2-5560-4D6A-B83B-5DAF9F36A9E2}" srcOrd="0" destOrd="0" presId="urn:microsoft.com/office/officeart/2018/5/layout/IconLeafLabelList"/>
    <dgm:cxn modelId="{D96BA2CD-BE79-47CE-B56C-348B2FA4B63A}" type="presParOf" srcId="{B63F4F24-2E7B-4DA1-99CF-7ECA3B35C22E}" destId="{60EBC842-096D-4822-962F-B4ECD5F7BF8F}" srcOrd="1" destOrd="0" presId="urn:microsoft.com/office/officeart/2018/5/layout/IconLeafLabelList"/>
    <dgm:cxn modelId="{0AE0B1E2-BB18-4AF8-965A-CFC234E4E2D5}" type="presParOf" srcId="{B63F4F24-2E7B-4DA1-99CF-7ECA3B35C22E}" destId="{ECBD2FE3-4DAF-4468-852D-8496D4693960}" srcOrd="2" destOrd="0" presId="urn:microsoft.com/office/officeart/2018/5/layout/IconLeafLabelList"/>
    <dgm:cxn modelId="{CFA65690-5DF7-4261-AB39-7DBA7D2FD624}" type="presParOf" srcId="{B63F4F24-2E7B-4DA1-99CF-7ECA3B35C22E}" destId="{C5A55FE2-E235-4A46-A856-23ADB536C2CA}" srcOrd="3" destOrd="0" presId="urn:microsoft.com/office/officeart/2018/5/layout/IconLeafLabelList"/>
    <dgm:cxn modelId="{3D868673-E641-4480-BFB0-15487F3BEC34}" type="presParOf" srcId="{DD76AE63-2D52-4E84-8EF7-2F7EBEC466E7}" destId="{234CF822-FA34-49B9-ABC4-DCDC9F9122FE}" srcOrd="1" destOrd="0" presId="urn:microsoft.com/office/officeart/2018/5/layout/IconLeafLabelList"/>
    <dgm:cxn modelId="{B4D53E90-901C-4E80-8AFA-92C9FF5768FD}" type="presParOf" srcId="{DD76AE63-2D52-4E84-8EF7-2F7EBEC466E7}" destId="{CAAAE2F7-D99D-4575-959E-D53C93F9C7BA}" srcOrd="2" destOrd="0" presId="urn:microsoft.com/office/officeart/2018/5/layout/IconLeafLabelList"/>
    <dgm:cxn modelId="{998A3420-5271-4641-8167-457C327A0B56}" type="presParOf" srcId="{CAAAE2F7-D99D-4575-959E-D53C93F9C7BA}" destId="{2A466492-5A17-43FE-926A-F4CED9960A9F}" srcOrd="0" destOrd="0" presId="urn:microsoft.com/office/officeart/2018/5/layout/IconLeafLabelList"/>
    <dgm:cxn modelId="{C89B07E7-BE3F-4E51-8025-28DEE34CC1D0}" type="presParOf" srcId="{CAAAE2F7-D99D-4575-959E-D53C93F9C7BA}" destId="{0C5D288B-44A3-469D-93F2-F198ECCA9656}" srcOrd="1" destOrd="0" presId="urn:microsoft.com/office/officeart/2018/5/layout/IconLeafLabelList"/>
    <dgm:cxn modelId="{D031FEDA-6D69-4496-90EB-3388252A623E}" type="presParOf" srcId="{CAAAE2F7-D99D-4575-959E-D53C93F9C7BA}" destId="{5B9C3663-50B8-441B-8895-4AB67AAC6ADD}" srcOrd="2" destOrd="0" presId="urn:microsoft.com/office/officeart/2018/5/layout/IconLeafLabelList"/>
    <dgm:cxn modelId="{7FABB458-8654-4B03-8C6B-DEB7ED6F3E99}" type="presParOf" srcId="{CAAAE2F7-D99D-4575-959E-D53C93F9C7BA}" destId="{B74B86D9-A0AB-4FC0-94AD-D606110A53D7}" srcOrd="3" destOrd="0" presId="urn:microsoft.com/office/officeart/2018/5/layout/IconLeafLabelList"/>
    <dgm:cxn modelId="{F0EA3BEE-C8C7-41B2-8C13-31091F3A08EE}" type="presParOf" srcId="{DD76AE63-2D52-4E84-8EF7-2F7EBEC466E7}" destId="{F5B84E16-2185-481C-917B-41BDCAE729DE}" srcOrd="3" destOrd="0" presId="urn:microsoft.com/office/officeart/2018/5/layout/IconLeafLabelList"/>
    <dgm:cxn modelId="{EDB534FE-BA85-40B9-92BC-3E056DB932D1}" type="presParOf" srcId="{DD76AE63-2D52-4E84-8EF7-2F7EBEC466E7}" destId="{636C29AF-3941-4326-B4FE-7E23E605E243}" srcOrd="4" destOrd="0" presId="urn:microsoft.com/office/officeart/2018/5/layout/IconLeafLabelList"/>
    <dgm:cxn modelId="{AE1D7B38-F74E-4D21-8836-149922F5854F}" type="presParOf" srcId="{636C29AF-3941-4326-B4FE-7E23E605E243}" destId="{BCC9404B-6B71-4F8D-8BF2-351B88E5338B}" srcOrd="0" destOrd="0" presId="urn:microsoft.com/office/officeart/2018/5/layout/IconLeafLabelList"/>
    <dgm:cxn modelId="{D623C5BE-49D2-49E1-869E-438A1A79BB80}" type="presParOf" srcId="{636C29AF-3941-4326-B4FE-7E23E605E243}" destId="{53A67C21-66BC-4FCF-BCCD-32D16E968E85}" srcOrd="1" destOrd="0" presId="urn:microsoft.com/office/officeart/2018/5/layout/IconLeafLabelList"/>
    <dgm:cxn modelId="{B59A193E-43D3-4B47-8088-1D76A7CC2E06}" type="presParOf" srcId="{636C29AF-3941-4326-B4FE-7E23E605E243}" destId="{A6252D82-0F0D-4829-A120-52CF1DB73C88}" srcOrd="2" destOrd="0" presId="urn:microsoft.com/office/officeart/2018/5/layout/IconLeafLabelList"/>
    <dgm:cxn modelId="{6DFA9478-8091-45D1-89F3-0E38A9BB2325}" type="presParOf" srcId="{636C29AF-3941-4326-B4FE-7E23E605E243}" destId="{0FC0D12D-69C7-4D09-9AF3-293A4AD3924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3B80F3-285C-40CE-910C-E55A86018813}">
      <dsp:nvSpPr>
        <dsp:cNvPr id="0" name=""/>
        <dsp:cNvSpPr/>
      </dsp:nvSpPr>
      <dsp:spPr>
        <a:xfrm>
          <a:off x="0" y="3841"/>
          <a:ext cx="5886291" cy="81825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FAEE0-0805-4AAF-8C01-BE4B086417A7}">
      <dsp:nvSpPr>
        <dsp:cNvPr id="0" name=""/>
        <dsp:cNvSpPr/>
      </dsp:nvSpPr>
      <dsp:spPr>
        <a:xfrm>
          <a:off x="247522" y="187948"/>
          <a:ext cx="450040" cy="4500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D119B7-B20A-4967-B35B-09D476A1A71E}">
      <dsp:nvSpPr>
        <dsp:cNvPr id="0" name=""/>
        <dsp:cNvSpPr/>
      </dsp:nvSpPr>
      <dsp:spPr>
        <a:xfrm>
          <a:off x="945084" y="3841"/>
          <a:ext cx="4941206" cy="818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99" tIns="86599" rIns="86599" bIns="86599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Reinforces DevOps principle of shared responsibility</a:t>
          </a:r>
        </a:p>
      </dsp:txBody>
      <dsp:txXfrm>
        <a:off x="945084" y="3841"/>
        <a:ext cx="4941206" cy="818254"/>
      </dsp:txXfrm>
    </dsp:sp>
    <dsp:sp modelId="{4F0A4E36-906C-46AE-B94C-69C000456530}">
      <dsp:nvSpPr>
        <dsp:cNvPr id="0" name=""/>
        <dsp:cNvSpPr/>
      </dsp:nvSpPr>
      <dsp:spPr>
        <a:xfrm>
          <a:off x="0" y="1026659"/>
          <a:ext cx="5886291" cy="81825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C9B492-1399-435F-AF80-B8578A6ECA45}">
      <dsp:nvSpPr>
        <dsp:cNvPr id="0" name=""/>
        <dsp:cNvSpPr/>
      </dsp:nvSpPr>
      <dsp:spPr>
        <a:xfrm>
          <a:off x="247522" y="1210767"/>
          <a:ext cx="450040" cy="4500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C32A17-6F2D-41D6-AA3E-4C64D870FF6B}">
      <dsp:nvSpPr>
        <dsp:cNvPr id="0" name=""/>
        <dsp:cNvSpPr/>
      </dsp:nvSpPr>
      <dsp:spPr>
        <a:xfrm>
          <a:off x="945084" y="1026659"/>
          <a:ext cx="4941206" cy="818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99" tIns="86599" rIns="86599" bIns="86599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Encourages developers to own and support their code</a:t>
          </a:r>
        </a:p>
      </dsp:txBody>
      <dsp:txXfrm>
        <a:off x="945084" y="1026659"/>
        <a:ext cx="4941206" cy="818254"/>
      </dsp:txXfrm>
    </dsp:sp>
    <dsp:sp modelId="{51CCE147-6A04-4AA2-B15F-4CA7B0BFE003}">
      <dsp:nvSpPr>
        <dsp:cNvPr id="0" name=""/>
        <dsp:cNvSpPr/>
      </dsp:nvSpPr>
      <dsp:spPr>
        <a:xfrm>
          <a:off x="0" y="2049478"/>
          <a:ext cx="5886291" cy="81825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724753-C80D-4502-8635-8456404490AD}">
      <dsp:nvSpPr>
        <dsp:cNvPr id="0" name=""/>
        <dsp:cNvSpPr/>
      </dsp:nvSpPr>
      <dsp:spPr>
        <a:xfrm>
          <a:off x="247522" y="2233585"/>
          <a:ext cx="450040" cy="4500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FB4882-7D0B-48BF-BDD0-76E5A4361DD4}">
      <dsp:nvSpPr>
        <dsp:cNvPr id="0" name=""/>
        <dsp:cNvSpPr/>
      </dsp:nvSpPr>
      <dsp:spPr>
        <a:xfrm>
          <a:off x="945084" y="2049478"/>
          <a:ext cx="4941206" cy="818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99" tIns="86599" rIns="86599" bIns="86599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Improves service resilience and lowers Mean Time to Resolution (MTTR)</a:t>
          </a:r>
        </a:p>
      </dsp:txBody>
      <dsp:txXfrm>
        <a:off x="945084" y="2049478"/>
        <a:ext cx="4941206" cy="818254"/>
      </dsp:txXfrm>
    </dsp:sp>
    <dsp:sp modelId="{D81D073D-0159-42A4-BA09-5737C1403E6A}">
      <dsp:nvSpPr>
        <dsp:cNvPr id="0" name=""/>
        <dsp:cNvSpPr/>
      </dsp:nvSpPr>
      <dsp:spPr>
        <a:xfrm>
          <a:off x="0" y="3072296"/>
          <a:ext cx="5886291" cy="81825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3C1AB9-8B7F-46E4-8290-7FA47810A137}">
      <dsp:nvSpPr>
        <dsp:cNvPr id="0" name=""/>
        <dsp:cNvSpPr/>
      </dsp:nvSpPr>
      <dsp:spPr>
        <a:xfrm>
          <a:off x="247522" y="3256403"/>
          <a:ext cx="450040" cy="45004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CEFCFB-403B-4E93-ABE7-30378FAA8BBD}">
      <dsp:nvSpPr>
        <dsp:cNvPr id="0" name=""/>
        <dsp:cNvSpPr/>
      </dsp:nvSpPr>
      <dsp:spPr>
        <a:xfrm>
          <a:off x="945084" y="3072296"/>
          <a:ext cx="4941206" cy="818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99" tIns="86599" rIns="86599" bIns="86599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Builds a culture of accountability (Google, 2022)</a:t>
          </a:r>
        </a:p>
      </dsp:txBody>
      <dsp:txXfrm>
        <a:off x="945084" y="3072296"/>
        <a:ext cx="4941206" cy="818254"/>
      </dsp:txXfrm>
    </dsp:sp>
    <dsp:sp modelId="{2455190A-AFAC-4150-A9D2-A88D57801634}">
      <dsp:nvSpPr>
        <dsp:cNvPr id="0" name=""/>
        <dsp:cNvSpPr/>
      </dsp:nvSpPr>
      <dsp:spPr>
        <a:xfrm>
          <a:off x="0" y="4095114"/>
          <a:ext cx="5886291" cy="81825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E7D323-3839-42B9-B543-D656474EE86E}">
      <dsp:nvSpPr>
        <dsp:cNvPr id="0" name=""/>
        <dsp:cNvSpPr/>
      </dsp:nvSpPr>
      <dsp:spPr>
        <a:xfrm>
          <a:off x="247522" y="4279222"/>
          <a:ext cx="450040" cy="45004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0CC3BC-0575-4178-BD28-AC72394690F2}">
      <dsp:nvSpPr>
        <dsp:cNvPr id="0" name=""/>
        <dsp:cNvSpPr/>
      </dsp:nvSpPr>
      <dsp:spPr>
        <a:xfrm>
          <a:off x="945084" y="4095114"/>
          <a:ext cx="4941206" cy="818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99" tIns="86599" rIns="86599" bIns="86599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“Customers now assume most services will be up and running all the time, not just during limited business hours” (PagerDuty, n.d.)</a:t>
          </a:r>
        </a:p>
      </dsp:txBody>
      <dsp:txXfrm>
        <a:off x="945084" y="4095114"/>
        <a:ext cx="4941206" cy="8182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433878-9C03-48F3-9145-1293DDA31E75}">
      <dsp:nvSpPr>
        <dsp:cNvPr id="0" name=""/>
        <dsp:cNvSpPr/>
      </dsp:nvSpPr>
      <dsp:spPr>
        <a:xfrm>
          <a:off x="805924" y="392923"/>
          <a:ext cx="1256817" cy="125681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D72880-FB00-4FD5-A783-0229F7E3CBF5}">
      <dsp:nvSpPr>
        <dsp:cNvPr id="0" name=""/>
        <dsp:cNvSpPr/>
      </dsp:nvSpPr>
      <dsp:spPr>
        <a:xfrm>
          <a:off x="1073770" y="660770"/>
          <a:ext cx="721124" cy="7211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B4D6A7-DD4E-47B5-B489-C8EBEF352CC1}">
      <dsp:nvSpPr>
        <dsp:cNvPr id="0" name=""/>
        <dsp:cNvSpPr/>
      </dsp:nvSpPr>
      <dsp:spPr>
        <a:xfrm>
          <a:off x="404154" y="2041209"/>
          <a:ext cx="2060357" cy="121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Use tools like PagerDuty or Opsgenie to rotate shifts equitably</a:t>
          </a:r>
        </a:p>
      </dsp:txBody>
      <dsp:txXfrm>
        <a:off x="404154" y="2041209"/>
        <a:ext cx="2060357" cy="1215000"/>
      </dsp:txXfrm>
    </dsp:sp>
    <dsp:sp modelId="{16AF54EA-302B-4371-B58F-8B1273E2FA24}">
      <dsp:nvSpPr>
        <dsp:cNvPr id="0" name=""/>
        <dsp:cNvSpPr/>
      </dsp:nvSpPr>
      <dsp:spPr>
        <a:xfrm>
          <a:off x="3226843" y="392923"/>
          <a:ext cx="1256817" cy="125681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2D9011-E70E-46BF-8635-EAE652FDCD7C}">
      <dsp:nvSpPr>
        <dsp:cNvPr id="0" name=""/>
        <dsp:cNvSpPr/>
      </dsp:nvSpPr>
      <dsp:spPr>
        <a:xfrm>
          <a:off x="3494690" y="660770"/>
          <a:ext cx="721124" cy="7211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3636B9-0420-460B-B477-6E81E95DECCD}">
      <dsp:nvSpPr>
        <dsp:cNvPr id="0" name=""/>
        <dsp:cNvSpPr/>
      </dsp:nvSpPr>
      <dsp:spPr>
        <a:xfrm>
          <a:off x="2825074" y="2041209"/>
          <a:ext cx="2060357" cy="121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Make the schedule visible to avoid confusion</a:t>
          </a:r>
        </a:p>
      </dsp:txBody>
      <dsp:txXfrm>
        <a:off x="2825074" y="2041209"/>
        <a:ext cx="2060357" cy="1215000"/>
      </dsp:txXfrm>
    </dsp:sp>
    <dsp:sp modelId="{045EDDBA-8CA1-4B3A-9C50-3C17C880C9E6}">
      <dsp:nvSpPr>
        <dsp:cNvPr id="0" name=""/>
        <dsp:cNvSpPr/>
      </dsp:nvSpPr>
      <dsp:spPr>
        <a:xfrm>
          <a:off x="5647763" y="392923"/>
          <a:ext cx="1256817" cy="125681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63F0C6-21C7-4B0B-A095-CB36BA0FE63A}">
      <dsp:nvSpPr>
        <dsp:cNvPr id="0" name=""/>
        <dsp:cNvSpPr/>
      </dsp:nvSpPr>
      <dsp:spPr>
        <a:xfrm>
          <a:off x="5915609" y="660770"/>
          <a:ext cx="721124" cy="7211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AEF2E9-1ECA-478B-83DC-135DC018140A}">
      <dsp:nvSpPr>
        <dsp:cNvPr id="0" name=""/>
        <dsp:cNvSpPr/>
      </dsp:nvSpPr>
      <dsp:spPr>
        <a:xfrm>
          <a:off x="5245993" y="2041209"/>
          <a:ext cx="2060357" cy="121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“With intuitive, flexible scheduling and escalations, PagerDuty On-Call Management makes it simple to distribute on-call responsibilities across teams” (PagerDuty, n.d.) </a:t>
          </a:r>
        </a:p>
      </dsp:txBody>
      <dsp:txXfrm>
        <a:off x="5245993" y="2041209"/>
        <a:ext cx="2060357" cy="1215000"/>
      </dsp:txXfrm>
    </dsp:sp>
    <dsp:sp modelId="{CA246FD3-DFE1-4207-872F-4AC1DFC8530D}">
      <dsp:nvSpPr>
        <dsp:cNvPr id="0" name=""/>
        <dsp:cNvSpPr/>
      </dsp:nvSpPr>
      <dsp:spPr>
        <a:xfrm>
          <a:off x="8068682" y="392923"/>
          <a:ext cx="1256817" cy="125681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50139F-0B3F-4EDF-B462-5BE9932996EB}">
      <dsp:nvSpPr>
        <dsp:cNvPr id="0" name=""/>
        <dsp:cNvSpPr/>
      </dsp:nvSpPr>
      <dsp:spPr>
        <a:xfrm>
          <a:off x="8336529" y="660770"/>
          <a:ext cx="721124" cy="7211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97FB5F-D65E-4113-9FF9-B3C3DD64FEDE}">
      <dsp:nvSpPr>
        <dsp:cNvPr id="0" name=""/>
        <dsp:cNvSpPr/>
      </dsp:nvSpPr>
      <dsp:spPr>
        <a:xfrm>
          <a:off x="7666913" y="2041209"/>
          <a:ext cx="2060357" cy="121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Avoid “hero culture” and help prevent burnout</a:t>
          </a:r>
        </a:p>
      </dsp:txBody>
      <dsp:txXfrm>
        <a:off x="7666913" y="2041209"/>
        <a:ext cx="2060357" cy="1215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05C4A5-2EFD-2245-961F-399A29BF11D8}">
      <dsp:nvSpPr>
        <dsp:cNvPr id="0" name=""/>
        <dsp:cNvSpPr/>
      </dsp:nvSpPr>
      <dsp:spPr>
        <a:xfrm>
          <a:off x="0" y="98487"/>
          <a:ext cx="6545199" cy="873953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Create clear incident escalation workflows</a:t>
          </a:r>
        </a:p>
      </dsp:txBody>
      <dsp:txXfrm>
        <a:off x="42663" y="141150"/>
        <a:ext cx="6459873" cy="788627"/>
      </dsp:txXfrm>
    </dsp:sp>
    <dsp:sp modelId="{A57F8C20-0BED-F542-8001-3F564F3C62E4}">
      <dsp:nvSpPr>
        <dsp:cNvPr id="0" name=""/>
        <dsp:cNvSpPr/>
      </dsp:nvSpPr>
      <dsp:spPr>
        <a:xfrm>
          <a:off x="0" y="1035800"/>
          <a:ext cx="6545199" cy="873953"/>
        </a:xfrm>
        <a:prstGeom prst="roundRect">
          <a:avLst/>
        </a:prstGeom>
        <a:gradFill rotWithShape="0">
          <a:gsLst>
            <a:gs pos="0">
              <a:schemeClr val="accent2">
                <a:hueOff val="-777537"/>
                <a:satOff val="-4113"/>
                <a:lumOff val="-1568"/>
                <a:alphaOff val="0"/>
                <a:tint val="98000"/>
                <a:lumMod val="100000"/>
              </a:schemeClr>
            </a:gs>
            <a:gs pos="100000">
              <a:schemeClr val="accent2">
                <a:hueOff val="-777537"/>
                <a:satOff val="-4113"/>
                <a:lumOff val="-1568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Define timing expectations (acknowledge within 15 mins)</a:t>
          </a:r>
        </a:p>
      </dsp:txBody>
      <dsp:txXfrm>
        <a:off x="42663" y="1078463"/>
        <a:ext cx="6459873" cy="788627"/>
      </dsp:txXfrm>
    </dsp:sp>
    <dsp:sp modelId="{1626BE1B-D2F6-4947-84DA-478D6484EF43}">
      <dsp:nvSpPr>
        <dsp:cNvPr id="0" name=""/>
        <dsp:cNvSpPr/>
      </dsp:nvSpPr>
      <dsp:spPr>
        <a:xfrm>
          <a:off x="0" y="1973114"/>
          <a:ext cx="6545199" cy="873953"/>
        </a:xfrm>
        <a:prstGeom prst="roundRect">
          <a:avLst/>
        </a:prstGeom>
        <a:gradFill rotWithShape="0">
          <a:gsLst>
            <a:gs pos="0">
              <a:schemeClr val="accent2">
                <a:hueOff val="-1555074"/>
                <a:satOff val="-8227"/>
                <a:lumOff val="-3137"/>
                <a:alphaOff val="0"/>
                <a:tint val="98000"/>
                <a:lumMod val="100000"/>
              </a:schemeClr>
            </a:gs>
            <a:gs pos="100000">
              <a:schemeClr val="accent2">
                <a:hueOff val="-1555074"/>
                <a:satOff val="-8227"/>
                <a:lumOff val="-3137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“Every handoff that happens in the resolution of an incident costs valuable time” (PagerDuty, n.d.)</a:t>
          </a:r>
        </a:p>
      </dsp:txBody>
      <dsp:txXfrm>
        <a:off x="42663" y="2015777"/>
        <a:ext cx="6459873" cy="788627"/>
      </dsp:txXfrm>
    </dsp:sp>
    <dsp:sp modelId="{E6F40697-3418-154C-861D-C2E9F1FDF16F}">
      <dsp:nvSpPr>
        <dsp:cNvPr id="0" name=""/>
        <dsp:cNvSpPr/>
      </dsp:nvSpPr>
      <dsp:spPr>
        <a:xfrm>
          <a:off x="0" y="2910427"/>
          <a:ext cx="6545199" cy="873953"/>
        </a:xfrm>
        <a:prstGeom prst="roundRect">
          <a:avLst/>
        </a:prstGeom>
        <a:gradFill rotWithShape="0">
          <a:gsLst>
            <a:gs pos="0">
              <a:schemeClr val="accent2">
                <a:hueOff val="-2332611"/>
                <a:satOff val="-12340"/>
                <a:lumOff val="-4705"/>
                <a:alphaOff val="0"/>
                <a:tint val="98000"/>
                <a:lumMod val="100000"/>
              </a:schemeClr>
            </a:gs>
            <a:gs pos="100000">
              <a:schemeClr val="accent2">
                <a:hueOff val="-2332611"/>
                <a:satOff val="-12340"/>
                <a:lumOff val="-4705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Avoid alert bottlenecks or delays (Cortex, 2023)</a:t>
          </a:r>
        </a:p>
      </dsp:txBody>
      <dsp:txXfrm>
        <a:off x="42663" y="2953090"/>
        <a:ext cx="6459873" cy="788627"/>
      </dsp:txXfrm>
    </dsp:sp>
    <dsp:sp modelId="{A3487FA0-8487-DB4F-8559-2DC02298F1ED}">
      <dsp:nvSpPr>
        <dsp:cNvPr id="0" name=""/>
        <dsp:cNvSpPr/>
      </dsp:nvSpPr>
      <dsp:spPr>
        <a:xfrm>
          <a:off x="0" y="3847741"/>
          <a:ext cx="6545199" cy="873953"/>
        </a:xfrm>
        <a:prstGeom prst="roundRect">
          <a:avLst/>
        </a:prstGeom>
        <a:gradFill rotWithShape="0">
          <a:gsLst>
            <a:gs pos="0">
              <a:schemeClr val="accent2">
                <a:hueOff val="-3110148"/>
                <a:satOff val="-16453"/>
                <a:lumOff val="-6274"/>
                <a:alphaOff val="0"/>
                <a:tint val="98000"/>
                <a:lumMod val="100000"/>
              </a:schemeClr>
            </a:gs>
            <a:gs pos="100000">
              <a:schemeClr val="accent2">
                <a:hueOff val="-3110148"/>
                <a:satOff val="-16453"/>
                <a:lumOff val="-6274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Automate where possible to reduce manual friction</a:t>
          </a:r>
        </a:p>
      </dsp:txBody>
      <dsp:txXfrm>
        <a:off x="42663" y="3890404"/>
        <a:ext cx="6459873" cy="7886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D4011F-D590-7743-B319-CC9C38657BFA}">
      <dsp:nvSpPr>
        <dsp:cNvPr id="0" name=""/>
        <dsp:cNvSpPr/>
      </dsp:nvSpPr>
      <dsp:spPr>
        <a:xfrm>
          <a:off x="0" y="65389"/>
          <a:ext cx="10131425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Encourage support-seeking behavior during incidents</a:t>
          </a:r>
        </a:p>
      </dsp:txBody>
      <dsp:txXfrm>
        <a:off x="40724" y="106113"/>
        <a:ext cx="10049977" cy="752780"/>
      </dsp:txXfrm>
    </dsp:sp>
    <dsp:sp modelId="{7D2255CE-01A1-ED45-870E-7008BEF742FC}">
      <dsp:nvSpPr>
        <dsp:cNvPr id="0" name=""/>
        <dsp:cNvSpPr/>
      </dsp:nvSpPr>
      <dsp:spPr>
        <a:xfrm>
          <a:off x="0" y="960098"/>
          <a:ext cx="10131425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Provide compensatory time off for demanding shifts</a:t>
          </a:r>
        </a:p>
      </dsp:txBody>
      <dsp:txXfrm>
        <a:off x="40724" y="1000822"/>
        <a:ext cx="10049977" cy="752780"/>
      </dsp:txXfrm>
    </dsp:sp>
    <dsp:sp modelId="{A02CF235-7BA5-0843-BCC0-D000C0C2D527}">
      <dsp:nvSpPr>
        <dsp:cNvPr id="0" name=""/>
        <dsp:cNvSpPr/>
      </dsp:nvSpPr>
      <dsp:spPr>
        <a:xfrm>
          <a:off x="0" y="1854806"/>
          <a:ext cx="10131425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Normalize post-incident decompression</a:t>
          </a:r>
        </a:p>
      </dsp:txBody>
      <dsp:txXfrm>
        <a:off x="40724" y="1895530"/>
        <a:ext cx="10049977" cy="752780"/>
      </dsp:txXfrm>
    </dsp:sp>
    <dsp:sp modelId="{4F41410C-47BB-6041-A9E8-9FC11B551A55}">
      <dsp:nvSpPr>
        <dsp:cNvPr id="0" name=""/>
        <dsp:cNvSpPr/>
      </dsp:nvSpPr>
      <dsp:spPr>
        <a:xfrm>
          <a:off x="0" y="2749514"/>
          <a:ext cx="10131425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“Creating a better on-call experience for your team requires good technical and cultural practices” (PagerDuty, n.d.)</a:t>
          </a:r>
        </a:p>
      </dsp:txBody>
      <dsp:txXfrm>
        <a:off x="40724" y="2790238"/>
        <a:ext cx="10049977" cy="7527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61C6E2-5560-4D6A-B83B-5DAF9F36A9E2}">
      <dsp:nvSpPr>
        <dsp:cNvPr id="0" name=""/>
        <dsp:cNvSpPr/>
      </dsp:nvSpPr>
      <dsp:spPr>
        <a:xfrm>
          <a:off x="653462" y="139899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EBC842-096D-4822-962F-B4ECD5F7BF8F}">
      <dsp:nvSpPr>
        <dsp:cNvPr id="0" name=""/>
        <dsp:cNvSpPr/>
      </dsp:nvSpPr>
      <dsp:spPr>
        <a:xfrm>
          <a:off x="1041025" y="527461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A55FE2-E235-4A46-A856-23ADB536C2CA}">
      <dsp:nvSpPr>
        <dsp:cNvPr id="0" name=""/>
        <dsp:cNvSpPr/>
      </dsp:nvSpPr>
      <dsp:spPr>
        <a:xfrm>
          <a:off x="72118" y="2524899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Pager duty isn’t just logistics. It shapes team culture</a:t>
          </a:r>
        </a:p>
      </dsp:txBody>
      <dsp:txXfrm>
        <a:off x="72118" y="2524899"/>
        <a:ext cx="2981250" cy="720000"/>
      </dsp:txXfrm>
    </dsp:sp>
    <dsp:sp modelId="{2A466492-5A17-43FE-926A-F4CED9960A9F}">
      <dsp:nvSpPr>
        <dsp:cNvPr id="0" name=""/>
        <dsp:cNvSpPr/>
      </dsp:nvSpPr>
      <dsp:spPr>
        <a:xfrm>
          <a:off x="4156431" y="139899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5D288B-44A3-469D-93F2-F198ECCA9656}">
      <dsp:nvSpPr>
        <dsp:cNvPr id="0" name=""/>
        <dsp:cNvSpPr/>
      </dsp:nvSpPr>
      <dsp:spPr>
        <a:xfrm>
          <a:off x="4543993" y="527461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4B86D9-A0AB-4FC0-94AD-D606110A53D7}">
      <dsp:nvSpPr>
        <dsp:cNvPr id="0" name=""/>
        <dsp:cNvSpPr/>
      </dsp:nvSpPr>
      <dsp:spPr>
        <a:xfrm>
          <a:off x="3575087" y="2524899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When handled thoughtfully, pager duty can leadsto stronger systems </a:t>
          </a:r>
          <a:r>
            <a:rPr lang="en-US" sz="1400" b="1" i="1" kern="1200"/>
            <a:t>and</a:t>
          </a:r>
          <a:r>
            <a:rPr lang="en-US" sz="1400" kern="1200"/>
            <a:t> happier engineers</a:t>
          </a:r>
        </a:p>
      </dsp:txBody>
      <dsp:txXfrm>
        <a:off x="3575087" y="2524899"/>
        <a:ext cx="2981250" cy="720000"/>
      </dsp:txXfrm>
    </dsp:sp>
    <dsp:sp modelId="{BCC9404B-6B71-4F8D-8BF2-351B88E5338B}">
      <dsp:nvSpPr>
        <dsp:cNvPr id="0" name=""/>
        <dsp:cNvSpPr/>
      </dsp:nvSpPr>
      <dsp:spPr>
        <a:xfrm>
          <a:off x="7659400" y="139899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A67C21-66BC-4FCF-BCCD-32D16E968E85}">
      <dsp:nvSpPr>
        <dsp:cNvPr id="0" name=""/>
        <dsp:cNvSpPr/>
      </dsp:nvSpPr>
      <dsp:spPr>
        <a:xfrm>
          <a:off x="8046962" y="527461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C0D12D-69C7-4D09-9AF3-293A4AD39245}">
      <dsp:nvSpPr>
        <dsp:cNvPr id="0" name=""/>
        <dsp:cNvSpPr/>
      </dsp:nvSpPr>
      <dsp:spPr>
        <a:xfrm>
          <a:off x="7078056" y="2524899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It’s a real-world application of DevOps values like empathy, ownership, and resilience</a:t>
          </a:r>
        </a:p>
      </dsp:txBody>
      <dsp:txXfrm>
        <a:off x="7078056" y="2524899"/>
        <a:ext cx="2981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989080A6-D89F-5D49-959B-93350ABF55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37FABA5-BA9F-EE49-8974-0F4E2EC6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7034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080A6-D89F-5D49-959B-93350ABF55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ABA5-BA9F-EE49-8974-0F4E2EC6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316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080A6-D89F-5D49-959B-93350ABF55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ABA5-BA9F-EE49-8974-0F4E2EC6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548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080A6-D89F-5D49-959B-93350ABF55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ABA5-BA9F-EE49-8974-0F4E2EC6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76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080A6-D89F-5D49-959B-93350ABF55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ABA5-BA9F-EE49-8974-0F4E2EC6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35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080A6-D89F-5D49-959B-93350ABF55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ABA5-BA9F-EE49-8974-0F4E2EC6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0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080A6-D89F-5D49-959B-93350ABF55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ABA5-BA9F-EE49-8974-0F4E2EC6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243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080A6-D89F-5D49-959B-93350ABF55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ABA5-BA9F-EE49-8974-0F4E2EC6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080A6-D89F-5D49-959B-93350ABF55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ABA5-BA9F-EE49-8974-0F4E2EC6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503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080A6-D89F-5D49-959B-93350ABF55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ABA5-BA9F-EE49-8974-0F4E2EC6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25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080A6-D89F-5D49-959B-93350ABF55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ABA5-BA9F-EE49-8974-0F4E2EC6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76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080A6-D89F-5D49-959B-93350ABF55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ABA5-BA9F-EE49-8974-0F4E2EC6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446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080A6-D89F-5D49-959B-93350ABF55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ABA5-BA9F-EE49-8974-0F4E2EC6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80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080A6-D89F-5D49-959B-93350ABF55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ABA5-BA9F-EE49-8974-0F4E2EC6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550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080A6-D89F-5D49-959B-93350ABF55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ABA5-BA9F-EE49-8974-0F4E2EC6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41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080A6-D89F-5D49-959B-93350ABF55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ABA5-BA9F-EE49-8974-0F4E2EC6E0C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1542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080A6-D89F-5D49-959B-93350ABF55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ABA5-BA9F-EE49-8974-0F4E2EC6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89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9080A6-D89F-5D49-959B-93350ABF556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37FABA5-BA9F-EE49-8974-0F4E2EC6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5369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1E5586-8BB5-40F6-96C3-2E87DD7CE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EB2C8-3C29-DCC6-1729-0341EA614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3805" y="1354668"/>
            <a:ext cx="8204391" cy="2346475"/>
          </a:xfrm>
        </p:spPr>
        <p:txBody>
          <a:bodyPr>
            <a:normAutofit/>
          </a:bodyPr>
          <a:lstStyle/>
          <a:p>
            <a:pPr algn="ctr"/>
            <a:r>
              <a:rPr lang="en-US" sz="6000"/>
              <a:t>Pager Rotation duties in devops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847FB1-F892-3B58-B51B-5A7AE4C1F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7137" y="3940629"/>
            <a:ext cx="7197726" cy="124097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Name: Christopher Reaney</a:t>
            </a:r>
            <a:endParaRPr lang="en-US"/>
          </a:p>
          <a:p>
            <a:pPr algn="ctr"/>
            <a:r>
              <a:rPr lang="en-US" dirty="0"/>
              <a:t>Date: 06/27/2025</a:t>
            </a:r>
            <a:endParaRPr lang="en-US"/>
          </a:p>
          <a:p>
            <a:pPr algn="ctr"/>
            <a:r>
              <a:rPr lang="en-US" dirty="0"/>
              <a:t>Assignment: Module 7.2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832D40-B9E2-4CE7-9E0A-B35591EA2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45629" y="3810000"/>
            <a:ext cx="50074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080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C7F54-F72B-4B3C-B23E-1EE9E887B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06" y="643463"/>
            <a:ext cx="3706762" cy="1608124"/>
          </a:xfrm>
        </p:spPr>
        <p:txBody>
          <a:bodyPr>
            <a:normAutofit/>
          </a:bodyPr>
          <a:lstStyle/>
          <a:p>
            <a:r>
              <a:rPr lang="en-US" dirty="0"/>
              <a:t>What Are Pager Rotation Duties?</a:t>
            </a:r>
          </a:p>
        </p:txBody>
      </p:sp>
      <p:pic>
        <p:nvPicPr>
          <p:cNvPr id="1026" name="Picture 2" descr="Pager PNG transparent image download, size: 3500x3353px">
            <a:extLst>
              <a:ext uri="{FF2B5EF4-FFF2-40B4-BE49-F238E27FC236}">
                <a16:creationId xmlns:a16="http://schemas.microsoft.com/office/drawing/2014/main" id="{A0D88FD5-B0C8-FADA-FC3D-68C95A924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3" r="-2" b="4496"/>
          <a:stretch>
            <a:fillRect/>
          </a:stretch>
        </p:blipFill>
        <p:spPr bwMode="auto">
          <a:xfrm>
            <a:off x="20" y="975"/>
            <a:ext cx="755292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929BF-4ECC-9079-E6EB-F574E54CF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06" y="2251587"/>
            <a:ext cx="3706762" cy="3972232"/>
          </a:xfrm>
        </p:spPr>
        <p:txBody>
          <a:bodyPr>
            <a:normAutofit/>
          </a:bodyPr>
          <a:lstStyle/>
          <a:p>
            <a:r>
              <a:rPr lang="en-US" dirty="0"/>
              <a:t>Pager rotation: scheduled on-call duty for engineers to respond to incidents</a:t>
            </a:r>
          </a:p>
          <a:p>
            <a:r>
              <a:rPr lang="en-US" dirty="0"/>
              <a:t>Common in DevOps and SRE (Site Reliability Engineering) teams</a:t>
            </a:r>
          </a:p>
          <a:p>
            <a:r>
              <a:rPr lang="en-US" dirty="0"/>
              <a:t>Ensures 24/7 system reliability and fast incident response</a:t>
            </a:r>
          </a:p>
          <a:p>
            <a:r>
              <a:rPr lang="en-US" dirty="0"/>
              <a:t>Think of it like IT’s/software engineering’s version of being “on call” at a hospital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702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4654296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4644770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9D1C1F-03B7-4599-0E11-2B8AEF836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3351530" cy="499533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Why it matters in devops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120" y="-2"/>
            <a:ext cx="7537705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B21044-F3BB-0710-BC0B-020F7D5C49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3500210"/>
              </p:ext>
            </p:extLst>
          </p:nvPr>
        </p:nvGraphicFramePr>
        <p:xfrm>
          <a:off x="5467509" y="804671"/>
          <a:ext cx="5886291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52027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B951C-6AD8-EA4A-D5E8-74097D202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 #1 - Fair and Transparent Scheduling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C79C84-FAB6-FB79-414C-081A8001B1B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1" y="2142067"/>
          <a:ext cx="10131425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4360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E648E0-E092-7D38-54CA-86AAE3E90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2590799" cy="499533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Best Practice #2 - Escalation Policies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90B0FB-69BA-12A7-635E-FB11C36F11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6248297"/>
              </p:ext>
            </p:extLst>
          </p:nvPr>
        </p:nvGraphicFramePr>
        <p:xfrm>
          <a:off x="4808601" y="901700"/>
          <a:ext cx="6545199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394752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955499-0FA0-9093-FFC8-FB5995583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Best practice #3 - Minimize Alert Fatigue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6C6BA-36B1-3916-3B64-2E5F33A59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658" y="1150076"/>
            <a:ext cx="6517543" cy="4557849"/>
          </a:xfrm>
        </p:spPr>
        <p:txBody>
          <a:bodyPr>
            <a:normAutofit/>
          </a:bodyPr>
          <a:lstStyle/>
          <a:p>
            <a:r>
              <a:rPr lang="en-US" dirty="0"/>
              <a:t>Alert only on actionable issues that require intervention</a:t>
            </a:r>
          </a:p>
          <a:p>
            <a:r>
              <a:rPr lang="en-US" dirty="0"/>
              <a:t>Tune alerts to avoid unnecessary noise (Google, 2022)</a:t>
            </a:r>
          </a:p>
          <a:p>
            <a:r>
              <a:rPr lang="en-US" dirty="0"/>
              <a:t>“If an alert can potentially wake someone up at 2 a.m., it should be worth it!” (PagerDuty, n.d.)</a:t>
            </a:r>
          </a:p>
          <a:p>
            <a:r>
              <a:rPr lang="en-US" dirty="0"/>
              <a:t>Regularly audit alerts to keep signal-to-noise ratio high</a:t>
            </a:r>
          </a:p>
          <a:p>
            <a:r>
              <a:rPr lang="en-US" dirty="0"/>
              <a:t>Consider "quiet hours" for low-risk notifications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584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B8212-9505-78AF-0939-5CC27B512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09600"/>
            <a:ext cx="6282266" cy="1456267"/>
          </a:xfrm>
        </p:spPr>
        <p:txBody>
          <a:bodyPr>
            <a:normAutofit/>
          </a:bodyPr>
          <a:lstStyle/>
          <a:p>
            <a:r>
              <a:rPr lang="en-US" dirty="0"/>
              <a:t>Best Practice #4 - Track and Improve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3B3D7AD-9AEB-74F4-C3A5-634DB8211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6282266" cy="3649133"/>
          </a:xfrm>
        </p:spPr>
        <p:txBody>
          <a:bodyPr>
            <a:normAutofit/>
          </a:bodyPr>
          <a:lstStyle/>
          <a:p>
            <a:r>
              <a:rPr lang="en-US" dirty="0"/>
              <a:t>Monitor on-call metrics:</a:t>
            </a:r>
          </a:p>
          <a:p>
            <a:pPr lvl="1"/>
            <a:r>
              <a:rPr lang="en-US" dirty="0"/>
              <a:t>Pages per engineer</a:t>
            </a:r>
          </a:p>
          <a:p>
            <a:pPr lvl="1"/>
            <a:r>
              <a:rPr lang="en-US" dirty="0"/>
              <a:t>After-hours impact</a:t>
            </a:r>
          </a:p>
          <a:p>
            <a:pPr lvl="1"/>
            <a:r>
              <a:rPr lang="en-US" dirty="0"/>
              <a:t>Time to resolve</a:t>
            </a:r>
          </a:p>
          <a:p>
            <a:r>
              <a:rPr lang="en-US" dirty="0"/>
              <a:t>“Retrospectives should include all stakeholders, be blameless, and focus on solutions” (Cortex, 2023) </a:t>
            </a:r>
          </a:p>
          <a:p>
            <a:r>
              <a:rPr lang="en-US"/>
              <a:t>Reduce issues </a:t>
            </a:r>
            <a:r>
              <a:rPr lang="en-US" dirty="0"/>
              <a:t>and encourage continuous improvement</a:t>
            </a:r>
          </a:p>
          <a:p>
            <a:endParaRPr lang="en-US" dirty="0"/>
          </a:p>
        </p:txBody>
      </p:sp>
      <p:pic>
        <p:nvPicPr>
          <p:cNvPr id="7" name="Graphic 6" descr="Gauge">
            <a:extLst>
              <a:ext uri="{FF2B5EF4-FFF2-40B4-BE49-F238E27FC236}">
                <a16:creationId xmlns:a16="http://schemas.microsoft.com/office/drawing/2014/main" id="{CF4791EC-9655-C6AC-DF93-91C661D74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0936" y="1668042"/>
            <a:ext cx="3445714" cy="344571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7998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1C080-CA8D-AF30-5027-0410EE092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Culture and Mental Health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F12793-6B82-2ACB-7182-404405E7E08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1" y="2142067"/>
          <a:ext cx="10131425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513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33D70-5CCA-B1AB-198A-A2240B411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en-US"/>
              <a:t>Final Thoughts</a:t>
            </a:r>
            <a:endParaRPr lang="en-US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526466F4-BC65-452A-462F-41F8EC4A58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6543633"/>
              </p:ext>
            </p:extLst>
          </p:nvPr>
        </p:nvGraphicFramePr>
        <p:xfrm>
          <a:off x="685800" y="2406400"/>
          <a:ext cx="10131425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17436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F7D125-D54D-E6F1-D41F-9CCF08C30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References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A0DA5-2D86-471A-6FBC-CEE71E214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658" y="1150076"/>
            <a:ext cx="6517543" cy="4557849"/>
          </a:xfrm>
        </p:spPr>
        <p:txBody>
          <a:bodyPr>
            <a:normAutofit/>
          </a:bodyPr>
          <a:lstStyle/>
          <a:p>
            <a:r>
              <a:rPr lang="en-US" dirty="0"/>
              <a:t>Cortex. (2023). </a:t>
            </a:r>
            <a:r>
              <a:rPr lang="en-US" i="1" dirty="0"/>
              <a:t>Best practices for on-call rotations</a:t>
            </a:r>
            <a:r>
              <a:rPr lang="en-US" dirty="0"/>
              <a:t>. https://</a:t>
            </a:r>
            <a:r>
              <a:rPr lang="en-US" dirty="0" err="1"/>
              <a:t>www.cortex.io</a:t>
            </a:r>
            <a:r>
              <a:rPr lang="en-US" dirty="0"/>
              <a:t>/post/best-practices-for-on-call-rotations  </a:t>
            </a:r>
          </a:p>
          <a:p>
            <a:r>
              <a:rPr lang="en-US" dirty="0"/>
              <a:t>Google. (2022). </a:t>
            </a:r>
            <a:r>
              <a:rPr lang="en-US" i="1" dirty="0"/>
              <a:t>On-call</a:t>
            </a:r>
            <a:r>
              <a:rPr lang="en-US" dirty="0"/>
              <a:t>. In </a:t>
            </a:r>
            <a:r>
              <a:rPr lang="en-US" i="1" dirty="0"/>
              <a:t>The Site Reliability Workbook</a:t>
            </a:r>
            <a:r>
              <a:rPr lang="en-US" dirty="0"/>
              <a:t>. https://</a:t>
            </a:r>
            <a:r>
              <a:rPr lang="en-US" dirty="0" err="1"/>
              <a:t>sre.google</a:t>
            </a:r>
            <a:r>
              <a:rPr lang="en-US" dirty="0"/>
              <a:t>/workbook/on-call/  </a:t>
            </a:r>
          </a:p>
          <a:p>
            <a:r>
              <a:rPr lang="en-US" dirty="0"/>
              <a:t>PagerDuty. (n.d.). </a:t>
            </a:r>
            <a:r>
              <a:rPr lang="en-US" i="1" dirty="0"/>
              <a:t>On-call basics: Rotations and schedules</a:t>
            </a:r>
            <a:r>
              <a:rPr lang="en-US" dirty="0"/>
              <a:t>. https://</a:t>
            </a:r>
            <a:r>
              <a:rPr lang="en-US" dirty="0" err="1"/>
              <a:t>www.pagerduty.com</a:t>
            </a:r>
            <a:r>
              <a:rPr lang="en-US" dirty="0"/>
              <a:t>/resources/incident-management-response/learn/call-rotations-schedules/</a:t>
            </a:r>
          </a:p>
        </p:txBody>
      </p:sp>
    </p:spTree>
    <p:extLst>
      <p:ext uri="{BB962C8B-B14F-4D97-AF65-F5344CB8AC3E}">
        <p14:creationId xmlns:p14="http://schemas.microsoft.com/office/powerpoint/2010/main" val="23820305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36</TotalTime>
  <Words>539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Celestial</vt:lpstr>
      <vt:lpstr>Pager Rotation duties in devops</vt:lpstr>
      <vt:lpstr>What Are Pager Rotation Duties?</vt:lpstr>
      <vt:lpstr>Why it matters in devops</vt:lpstr>
      <vt:lpstr>Best Practice #1 - Fair and Transparent Scheduling</vt:lpstr>
      <vt:lpstr>Best Practice #2 - Escalation Policies</vt:lpstr>
      <vt:lpstr>Best practice #3 - Minimize Alert Fatigue</vt:lpstr>
      <vt:lpstr>Best Practice #4 - Track and Improve</vt:lpstr>
      <vt:lpstr>Culture and Mental Health</vt:lpstr>
      <vt:lpstr>Final Thoughts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Reaney</dc:creator>
  <cp:lastModifiedBy>Christopher Reaney</cp:lastModifiedBy>
  <cp:revision>26</cp:revision>
  <dcterms:created xsi:type="dcterms:W3CDTF">2025-06-27T15:26:49Z</dcterms:created>
  <dcterms:modified xsi:type="dcterms:W3CDTF">2025-06-27T16:10:50Z</dcterms:modified>
</cp:coreProperties>
</file>